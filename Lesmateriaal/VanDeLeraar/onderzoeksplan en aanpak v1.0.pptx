
<file path=[Content_Types].xml><?xml version="1.0" encoding="utf-8"?>
<Types xmlns="http://schemas.openxmlformats.org/package/2006/content-types">
  <Default Extension="emf" ContentType="image/x-emf"/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4"/>
  </p:sldMasterIdLst>
  <p:notesMasterIdLst>
    <p:notesMasterId r:id="rId22"/>
  </p:notesMasterIdLst>
  <p:sldIdLst>
    <p:sldId id="297" r:id="rId5"/>
    <p:sldId id="304" r:id="rId6"/>
    <p:sldId id="305" r:id="rId7"/>
    <p:sldId id="308" r:id="rId8"/>
    <p:sldId id="309" r:id="rId9"/>
    <p:sldId id="310" r:id="rId10"/>
    <p:sldId id="311" r:id="rId11"/>
    <p:sldId id="312" r:id="rId12"/>
    <p:sldId id="277" r:id="rId13"/>
    <p:sldId id="265" r:id="rId14"/>
    <p:sldId id="302" r:id="rId15"/>
    <p:sldId id="303" r:id="rId16"/>
    <p:sldId id="269" r:id="rId17"/>
    <p:sldId id="307" r:id="rId18"/>
    <p:sldId id="306" r:id="rId19"/>
    <p:sldId id="266" r:id="rId20"/>
    <p:sldId id="268" r:id="rId21"/>
  </p:sldIdLst>
  <p:sldSz cx="12192000" cy="6858000"/>
  <p:notesSz cx="6858000" cy="9144000"/>
  <p:defaultTextStyle>
    <a:defPPr>
      <a:defRPr lang="nl-N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D9D9D9"/>
    <a:srgbClr val="FD0100"/>
    <a:srgbClr val="E50856"/>
    <a:srgbClr val="E5005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78D0475-6903-EA0E-7857-3B68D28E1936}" v="2" dt="2026-03-19T13:34:48.05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ijl, gemiddeld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6256"/>
    <p:restoredTop sz="94699"/>
  </p:normalViewPr>
  <p:slideViewPr>
    <p:cSldViewPr snapToGrid="0">
      <p:cViewPr>
        <p:scale>
          <a:sx n="90" d="100"/>
          <a:sy n="90" d="100"/>
        </p:scale>
        <p:origin x="8344" y="279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tableStyles" Target="tableStyles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presProps" Target="presProps.xml"/><Relationship Id="rId28" Type="http://schemas.microsoft.com/office/2015/10/relationships/revisionInfo" Target="revisionInfo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notesMaster" Target="notesMasters/notesMaster1.xml"/><Relationship Id="rId27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ander Markus (student)" userId="S::sp.markus@student.han.nl::34a80208-f64f-4363-8726-33947e892f04" providerId="AD" clId="Web-{578D0475-6903-EA0E-7857-3B68D28E1936}"/>
    <pc:docChg chg="modSld">
      <pc:chgData name="Sander Markus (student)" userId="S::sp.markus@student.han.nl::34a80208-f64f-4363-8726-33947e892f04" providerId="AD" clId="Web-{578D0475-6903-EA0E-7857-3B68D28E1936}" dt="2026-03-19T13:34:48.054" v="1" actId="1076"/>
      <pc:docMkLst>
        <pc:docMk/>
      </pc:docMkLst>
      <pc:sldChg chg="modSp">
        <pc:chgData name="Sander Markus (student)" userId="S::sp.markus@student.han.nl::34a80208-f64f-4363-8726-33947e892f04" providerId="AD" clId="Web-{578D0475-6903-EA0E-7857-3B68D28E1936}" dt="2026-03-19T13:34:48.054" v="1" actId="1076"/>
        <pc:sldMkLst>
          <pc:docMk/>
          <pc:sldMk cId="3289258375" sldId="305"/>
        </pc:sldMkLst>
        <pc:picChg chg="mod">
          <ac:chgData name="Sander Markus (student)" userId="S::sp.markus@student.han.nl::34a80208-f64f-4363-8726-33947e892f04" providerId="AD" clId="Web-{578D0475-6903-EA0E-7857-3B68D28E1936}" dt="2026-03-19T13:34:48.054" v="1" actId="1076"/>
          <ac:picMkLst>
            <pc:docMk/>
            <pc:sldMk cId="3289258375" sldId="305"/>
            <ac:picMk id="2" creationId="{A4A1AB37-A7A4-F073-DCC7-FF3AAFFF590C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koptekst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nl-NL"/>
          </a:p>
        </p:txBody>
      </p:sp>
      <p:sp>
        <p:nvSpPr>
          <p:cNvPr id="3" name="Tijdelijke aanduiding voor datum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217FF16-6EAC-408E-B8BD-2E688715D04B}" type="datetimeFigureOut">
              <a:rPr lang="nl-NL" smtClean="0"/>
              <a:t>19-3-2026</a:t>
            </a:fld>
            <a:endParaRPr lang="nl-NL"/>
          </a:p>
        </p:txBody>
      </p:sp>
      <p:sp>
        <p:nvSpPr>
          <p:cNvPr id="4" name="Tijdelijke aanduiding voor dia-afbeelding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nl-NL"/>
          </a:p>
        </p:txBody>
      </p:sp>
      <p:sp>
        <p:nvSpPr>
          <p:cNvPr id="5" name="Tijdelijke aanduiding voor notiti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6" name="Tijdelijke aanduiding voor voettekst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nl-NL"/>
          </a:p>
        </p:txBody>
      </p:sp>
      <p:sp>
        <p:nvSpPr>
          <p:cNvPr id="7" name="Tijdelijke aanduiding voor dianumm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AD21C1E-04FA-499B-965C-ED47BBE381F5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99452370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AD21C1E-04FA-499B-965C-ED47BBE381F5}" type="slidenum">
              <a:rPr lang="nl-NL" smtClean="0"/>
              <a:t>1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8912799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240ECA-FEBF-E754-780C-FE4209FE08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D3A5953-51A1-7DA7-52D2-000FD234697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4E8950C-A5D1-A098-CF3A-3273562CA44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DF79FF0-9152-2400-C13C-C1616A9F463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AD21C1E-04FA-499B-965C-ED47BBE381F5}" type="slidenum">
              <a:rPr lang="nl-NL" smtClean="0"/>
              <a:t>2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61117225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03C9E4-AC75-FB99-A683-A881750BA1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8E984DF-7696-A3AA-D44C-C83860407C1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51EC7B8-492E-1DEC-9201-0958249CA2C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82950A2-BCBE-151E-6062-B24B8708ACF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AD21C1E-04FA-499B-965C-ED47BBE381F5}" type="slidenum">
              <a:rPr lang="nl-NL" smtClean="0"/>
              <a:t>3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2032332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0AB1E4-55A6-9436-1D2C-C8D61C5391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9CB12A6-C975-7CD5-55AA-FC123A7AAE2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E127A79-77AE-C0D7-EAF7-13F7135A163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029DBBB-CEFB-C817-B7BE-7820E2E54D0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AD21C1E-04FA-499B-965C-ED47BBE381F5}" type="slidenum">
              <a:rPr lang="nl-NL" smtClean="0"/>
              <a:t>4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77746613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AD21C1E-04FA-499B-965C-ED47BBE381F5}" type="slidenum">
              <a:rPr lang="nl-NL" smtClean="0"/>
              <a:t>8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02195489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AD21C1E-04FA-499B-965C-ED47BBE381F5}" type="slidenum">
              <a:rPr lang="nl-NL" smtClean="0"/>
              <a:t>10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10631184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7FC685-FAE1-FC3C-049B-9478468CA7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0054C06-F714-78FB-1178-8B21037A073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CA2ED7A-05F7-6BEA-1F2E-9FB21576E4F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53D7B33-E8F9-AC9C-AFCA-7B1EBBC8BE1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AD21C1E-04FA-499B-965C-ED47BBE381F5}" type="slidenum">
              <a:rPr lang="nl-NL" smtClean="0"/>
              <a:t>11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27463386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9EC88A-8645-420D-4800-56A012B673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335E4A3-4393-FD00-307B-85F24E1E7ED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08E5100-34C1-B9B3-3374-CFD2D34B52A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CB6F197-6477-B51B-B1CA-04BB07BD371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AD21C1E-04FA-499B-965C-ED47BBE381F5}" type="slidenum">
              <a:rPr lang="nl-NL" smtClean="0"/>
              <a:t>12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27253465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AD21C1E-04FA-499B-965C-ED47BBE381F5}" type="slidenum">
              <a:rPr lang="nl-NL" smtClean="0"/>
              <a:t>13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9526271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F6C2A1-998B-CCE6-7307-B6A74F3E4D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9CEFBC2-CB44-D2E3-4354-436F4E3C9DA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BD1663A-15A9-4496-6113-ED9BB2A058B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64BFA80-37E8-DEEF-E88E-2887B2C02A2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AD21C1E-04FA-499B-965C-ED47BBE381F5}" type="slidenum">
              <a:rPr lang="nl-NL" smtClean="0"/>
              <a:t>14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03526559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D210F6-EB40-A21B-1DAE-D7D10A7A01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>
            <a:extLst>
              <a:ext uri="{FF2B5EF4-FFF2-40B4-BE49-F238E27FC236}">
                <a16:creationId xmlns:a16="http://schemas.microsoft.com/office/drawing/2014/main" id="{1DC581A4-E3FA-6964-84A2-AF5E02B66B3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>
            <a:extLst>
              <a:ext uri="{FF2B5EF4-FFF2-40B4-BE49-F238E27FC236}">
                <a16:creationId xmlns:a16="http://schemas.microsoft.com/office/drawing/2014/main" id="{F9034CFE-211C-9378-4380-118F9773014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19697260-C5A4-D9D9-FC3C-6AEEAA1144A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AD21C1E-04FA-499B-965C-ED47BBE381F5}" type="slidenum">
              <a:rPr lang="nl-NL" smtClean="0"/>
              <a:t>15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27434759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AD21C1E-04FA-499B-965C-ED47BBE381F5}" type="slidenum">
              <a:rPr lang="nl-NL" smtClean="0"/>
              <a:t>16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46944589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AD21C1E-04FA-499B-965C-ED47BBE381F5}" type="slidenum">
              <a:rPr lang="nl-NL" smtClean="0"/>
              <a:t>17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68836353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F4E9F726-3F2C-C140-BDA1-C9CC5FB6C38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225037" y="15521"/>
            <a:ext cx="10280673" cy="6858000"/>
          </a:xfrm>
          <a:prstGeom prst="rect">
            <a:avLst/>
          </a:prstGeom>
        </p:spPr>
      </p:pic>
      <p:sp>
        <p:nvSpPr>
          <p:cNvPr id="29" name="Tijdelijke aanduiding voor tekst 28">
            <a:extLst>
              <a:ext uri="{FF2B5EF4-FFF2-40B4-BE49-F238E27FC236}">
                <a16:creationId xmlns:a16="http://schemas.microsoft.com/office/drawing/2014/main" id="{FDED8E11-341A-45D2-85B1-F7C4DB53232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93235" y="5095875"/>
            <a:ext cx="8326302" cy="1009650"/>
          </a:xfrm>
        </p:spPr>
        <p:txBody>
          <a:bodyPr>
            <a:normAutofit/>
          </a:bodyPr>
          <a:lstStyle>
            <a:lvl1pPr marL="0" indent="0">
              <a:buNone/>
              <a:defRPr lang="en-GB" sz="2475" b="0" i="0" u="none" strike="noStrike" cap="all" spc="0" baseline="0" dirty="0">
                <a:ln>
                  <a:noFill/>
                </a:ln>
                <a:solidFill>
                  <a:schemeClr val="bg1"/>
                </a:solidFill>
                <a:uFillTx/>
                <a:latin typeface="Avenir Next Condensed Medium" panose="020B0606020202020204" pitchFamily="34" charset="0"/>
                <a:ea typeface="Avenir Next Condensed Medium" panose="020B0606020202020204" pitchFamily="34" charset="0"/>
                <a:cs typeface="Avenir Next Condensed Medium" panose="020B0606020202020204" pitchFamily="34" charset="0"/>
                <a:sym typeface="Avenir Next Condensed Medium"/>
              </a:defRPr>
            </a:lvl1pPr>
          </a:lstStyle>
          <a:p>
            <a:pPr lvl="0"/>
            <a:r>
              <a:rPr lang="nl-NL"/>
              <a:t>VOORBEELD VAN EEN ONDERTITEL</a:t>
            </a:r>
            <a:endParaRPr lang="en-GB"/>
          </a:p>
        </p:txBody>
      </p:sp>
      <p:sp>
        <p:nvSpPr>
          <p:cNvPr id="34" name="Tijdelijke aanduiding voor tekst 33">
            <a:extLst>
              <a:ext uri="{FF2B5EF4-FFF2-40B4-BE49-F238E27FC236}">
                <a16:creationId xmlns:a16="http://schemas.microsoft.com/office/drawing/2014/main" id="{D9C3A310-643B-4139-9F62-77D06674713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93233" y="1196300"/>
            <a:ext cx="10458803" cy="588915"/>
          </a:xfrm>
        </p:spPr>
        <p:txBody>
          <a:bodyPr anchor="b">
            <a:noAutofit/>
          </a:bodyPr>
          <a:lstStyle>
            <a:lvl1pPr marL="0" indent="0">
              <a:buNone/>
              <a:defRPr lang="nl-NL" sz="1846" b="0" kern="1200" cap="all" baseline="0" dirty="0" smtClean="0">
                <a:solidFill>
                  <a:schemeClr val="tx2"/>
                </a:solidFill>
                <a:latin typeface="Avenir Next Condensed Medium" panose="020B0606020202020204" pitchFamily="34" charset="0"/>
                <a:ea typeface="Avenir Next Condensed Medium" panose="020B0606020202020204" pitchFamily="34" charset="0"/>
                <a:cs typeface="Avenir Next Condensed Medium" panose="020B0606020202020204" pitchFamily="34" charset="0"/>
                <a:sym typeface="Avenir Next Condensed Demi Bold"/>
              </a:defRPr>
            </a:lvl1pPr>
          </a:lstStyle>
          <a:p>
            <a:pPr lvl="0"/>
            <a:r>
              <a:rPr lang="nl-NL"/>
              <a:t>NAAM OPLEIDING/ACADEMIE</a:t>
            </a:r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D3983EC9-36B1-B744-A87D-1AA0BEB38BF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93234" y="2214000"/>
            <a:ext cx="10452100" cy="2808000"/>
          </a:xfrm>
        </p:spPr>
        <p:txBody>
          <a:bodyPr>
            <a:normAutofit/>
          </a:bodyPr>
          <a:lstStyle>
            <a:lvl1pPr marL="0" indent="0">
              <a:lnSpc>
                <a:spcPct val="80000"/>
              </a:lnSpc>
              <a:buNone/>
              <a:defRPr sz="6750" b="1" cap="all" baseline="0">
                <a:latin typeface="Avenir Next Condensed Medium" panose="020B0606020202020204" pitchFamily="34" charset="0"/>
              </a:defRPr>
            </a:lvl1pPr>
          </a:lstStyle>
          <a:p>
            <a:r>
              <a:rPr lang="nl-NL"/>
              <a:t>Titel van de presentatie</a:t>
            </a:r>
          </a:p>
        </p:txBody>
      </p:sp>
      <p:pic>
        <p:nvPicPr>
          <p:cNvPr id="8" name="Afbeelding 7">
            <a:extLst>
              <a:ext uri="{FF2B5EF4-FFF2-40B4-BE49-F238E27FC236}">
                <a16:creationId xmlns:a16="http://schemas.microsoft.com/office/drawing/2014/main" id="{E69564DD-D488-489A-8A57-8596BB15F48D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57487" y="5103827"/>
            <a:ext cx="2413000" cy="1841500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35850066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000">
        <p:fade/>
      </p:transition>
    </mc:Choice>
    <mc:Fallback xmlns=""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en Tekst_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el 6">
            <a:extLst>
              <a:ext uri="{FF2B5EF4-FFF2-40B4-BE49-F238E27FC236}">
                <a16:creationId xmlns:a16="http://schemas.microsoft.com/office/drawing/2014/main" id="{D13B7015-BB4D-A84E-84E4-520C33B85DF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anchor="b">
            <a:normAutofit/>
          </a:bodyPr>
          <a:lstStyle>
            <a:lvl1pPr>
              <a:defRPr sz="3200">
                <a:solidFill>
                  <a:schemeClr val="tx2"/>
                </a:solidFill>
              </a:defRPr>
            </a:lvl1pPr>
          </a:lstStyle>
          <a:p>
            <a:r>
              <a:rPr lang="nl-NL"/>
              <a:t>ONDERWERP / titel</a:t>
            </a:r>
          </a:p>
        </p:txBody>
      </p:sp>
      <p:sp>
        <p:nvSpPr>
          <p:cNvPr id="6" name="Tijdelijke aanduiding voor tekst 2"/>
          <p:cNvSpPr>
            <a:spLocks noGrp="1"/>
          </p:cNvSpPr>
          <p:nvPr>
            <p:ph type="body" sz="quarter" idx="11"/>
          </p:nvPr>
        </p:nvSpPr>
        <p:spPr>
          <a:xfrm>
            <a:off x="838200" y="1925638"/>
            <a:ext cx="10515600" cy="4248000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2" name="Tijdelijke aanduiding voor dianummer 1">
            <a:extLst>
              <a:ext uri="{FF2B5EF4-FFF2-40B4-BE49-F238E27FC236}">
                <a16:creationId xmlns:a16="http://schemas.microsoft.com/office/drawing/2014/main" id="{C3C40C5A-56AE-4171-945C-CD22335AAE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CE7509-F60A-4509-9491-CD4ED7B54EDD}" type="slidenum">
              <a:rPr lang="nl-NL" smtClean="0"/>
              <a:pPr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6315508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000">
        <p:fade/>
      </p:transition>
    </mc:Choice>
    <mc:Fallback xmlns=""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en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6">
            <a:extLst>
              <a:ext uri="{FF2B5EF4-FFF2-40B4-BE49-F238E27FC236}">
                <a16:creationId xmlns:a16="http://schemas.microsoft.com/office/drawing/2014/main" id="{24158585-8C9B-2444-8413-2968F1CB97F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65129"/>
            <a:ext cx="10515600" cy="1325563"/>
          </a:xfrm>
        </p:spPr>
        <p:txBody>
          <a:bodyPr anchor="b">
            <a:normAutofit/>
          </a:bodyPr>
          <a:lstStyle>
            <a:lvl1pPr>
              <a:defRPr sz="3200">
                <a:solidFill>
                  <a:schemeClr val="tx2"/>
                </a:solidFill>
              </a:defRPr>
            </a:lvl1pPr>
          </a:lstStyle>
          <a:p>
            <a:r>
              <a:rPr lang="nl-NL"/>
              <a:t>ONDERWERP / titel</a:t>
            </a:r>
          </a:p>
        </p:txBody>
      </p:sp>
      <p:sp>
        <p:nvSpPr>
          <p:cNvPr id="7" name="Tijdelijke aanduiding voor tekst 2"/>
          <p:cNvSpPr>
            <a:spLocks noGrp="1"/>
          </p:cNvSpPr>
          <p:nvPr>
            <p:ph type="body" sz="quarter" idx="11"/>
          </p:nvPr>
        </p:nvSpPr>
        <p:spPr>
          <a:xfrm>
            <a:off x="838200" y="1925638"/>
            <a:ext cx="5257800" cy="4248000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2" name="Tijdelijke aanduiding voor dianummer 1">
            <a:extLst>
              <a:ext uri="{FF2B5EF4-FFF2-40B4-BE49-F238E27FC236}">
                <a16:creationId xmlns:a16="http://schemas.microsoft.com/office/drawing/2014/main" id="{A48425B5-B23D-4EA7-B235-7B98BBAC24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CE7509-F60A-4509-9491-CD4ED7B54EDD}" type="slidenum">
              <a:rPr lang="nl-NL" smtClean="0"/>
              <a:pPr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467480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000">
        <p:fade/>
      </p:transition>
    </mc:Choice>
    <mc:Fallback xmlns=""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, Tekst en Afbeeld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jdelijke aanduiding voor afbeelding 5">
            <a:extLst>
              <a:ext uri="{FF2B5EF4-FFF2-40B4-BE49-F238E27FC236}">
                <a16:creationId xmlns:a16="http://schemas.microsoft.com/office/drawing/2014/main" id="{260C8E6A-14DF-4CBC-B795-FDA284EC4712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553203" y="1917701"/>
            <a:ext cx="4800600" cy="4248000"/>
          </a:xfrm>
        </p:spPr>
        <p:txBody>
          <a:bodyPr>
            <a:normAutofit/>
          </a:bodyPr>
          <a:lstStyle>
            <a:lvl1pPr marL="0" indent="0">
              <a:buNone/>
              <a:defRPr sz="1275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nl-NL"/>
              <a:t>Klik op het pictogram als u een afbeelding wilt toevoegen</a:t>
            </a:r>
            <a:endParaRPr lang="en-GB"/>
          </a:p>
        </p:txBody>
      </p:sp>
      <p:sp>
        <p:nvSpPr>
          <p:cNvPr id="7" name="Titel 6">
            <a:extLst>
              <a:ext uri="{FF2B5EF4-FFF2-40B4-BE49-F238E27FC236}">
                <a16:creationId xmlns:a16="http://schemas.microsoft.com/office/drawing/2014/main" id="{70688633-6D41-064D-B005-BBA9338D0D9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65129"/>
            <a:ext cx="10515600" cy="1325563"/>
          </a:xfrm>
        </p:spPr>
        <p:txBody>
          <a:bodyPr anchor="b">
            <a:normAutofit/>
          </a:bodyPr>
          <a:lstStyle>
            <a:lvl1pPr>
              <a:defRPr sz="3200">
                <a:solidFill>
                  <a:schemeClr val="tx2"/>
                </a:solidFill>
              </a:defRPr>
            </a:lvl1pPr>
          </a:lstStyle>
          <a:p>
            <a:r>
              <a:rPr lang="nl-NL"/>
              <a:t>ONDERWERP / titel</a:t>
            </a:r>
          </a:p>
        </p:txBody>
      </p:sp>
      <p:sp>
        <p:nvSpPr>
          <p:cNvPr id="8" name="Tijdelijke aanduiding voor tekst 2"/>
          <p:cNvSpPr>
            <a:spLocks noGrp="1"/>
          </p:cNvSpPr>
          <p:nvPr>
            <p:ph type="body" sz="quarter" idx="12"/>
          </p:nvPr>
        </p:nvSpPr>
        <p:spPr>
          <a:xfrm>
            <a:off x="838200" y="1926000"/>
            <a:ext cx="5257800" cy="4248000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2" name="Tijdelijke aanduiding voor dianummer 1">
            <a:extLst>
              <a:ext uri="{FF2B5EF4-FFF2-40B4-BE49-F238E27FC236}">
                <a16:creationId xmlns:a16="http://schemas.microsoft.com/office/drawing/2014/main" id="{7FD1EC50-7135-436A-BAF5-8E2251314348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FACE7509-F60A-4509-9491-CD4ED7B54EDD}" type="slidenum">
              <a:rPr lang="nl-NL" smtClean="0"/>
              <a:pPr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3513615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000">
        <p:fade/>
      </p:transition>
    </mc:Choice>
    <mc:Fallback xmlns=""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ubbele Titel en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jdelijke aanduiding voor tekst 4">
            <a:extLst>
              <a:ext uri="{FF2B5EF4-FFF2-40B4-BE49-F238E27FC236}">
                <a16:creationId xmlns:a16="http://schemas.microsoft.com/office/drawing/2014/main" id="{4B8653B3-70AE-4E3E-9A4D-3EAF4B4F4A9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553200" y="1778435"/>
            <a:ext cx="4800600" cy="413103"/>
          </a:xfrm>
        </p:spPr>
        <p:txBody>
          <a:bodyPr anchor="ctr">
            <a:noAutofit/>
          </a:bodyPr>
          <a:lstStyle>
            <a:lvl1pPr marL="0" indent="0">
              <a:buNone/>
              <a:defRPr sz="2000" b="1" baseline="0"/>
            </a:lvl1pPr>
          </a:lstStyle>
          <a:p>
            <a:pPr lvl="0"/>
            <a:r>
              <a:rPr lang="nl-NL"/>
              <a:t>Klik voor </a:t>
            </a:r>
            <a:r>
              <a:rPr lang="nl-NL" err="1"/>
              <a:t>subkop</a:t>
            </a:r>
            <a:endParaRPr lang="en-GB"/>
          </a:p>
        </p:txBody>
      </p:sp>
      <p:sp>
        <p:nvSpPr>
          <p:cNvPr id="10" name="Tijdelijke aanduiding voor tekst 4">
            <a:extLst>
              <a:ext uri="{FF2B5EF4-FFF2-40B4-BE49-F238E27FC236}">
                <a16:creationId xmlns:a16="http://schemas.microsoft.com/office/drawing/2014/main" id="{60C7571E-BBB1-4DDF-9329-A0C028CAE8FB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38200" y="1778435"/>
            <a:ext cx="4800600" cy="413103"/>
          </a:xfrm>
        </p:spPr>
        <p:txBody>
          <a:bodyPr anchor="ctr">
            <a:noAutofit/>
          </a:bodyPr>
          <a:lstStyle>
            <a:lvl1pPr marL="0" indent="0">
              <a:buNone/>
              <a:defRPr sz="2000" b="1"/>
            </a:lvl1pPr>
          </a:lstStyle>
          <a:p>
            <a:pPr lvl="0"/>
            <a:r>
              <a:rPr lang="nl-NL"/>
              <a:t>Klik voor </a:t>
            </a:r>
            <a:r>
              <a:rPr lang="nl-NL" err="1"/>
              <a:t>subkop</a:t>
            </a:r>
            <a:endParaRPr lang="en-GB"/>
          </a:p>
        </p:txBody>
      </p:sp>
      <p:sp>
        <p:nvSpPr>
          <p:cNvPr id="8" name="Titel 6">
            <a:extLst>
              <a:ext uri="{FF2B5EF4-FFF2-40B4-BE49-F238E27FC236}">
                <a16:creationId xmlns:a16="http://schemas.microsoft.com/office/drawing/2014/main" id="{AB6897B6-1B30-8840-AEF5-653E3015C37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65129"/>
            <a:ext cx="10515600" cy="1325563"/>
          </a:xfrm>
        </p:spPr>
        <p:txBody>
          <a:bodyPr anchor="b">
            <a:normAutofit/>
          </a:bodyPr>
          <a:lstStyle>
            <a:lvl1pPr>
              <a:defRPr sz="3200">
                <a:solidFill>
                  <a:schemeClr val="tx2"/>
                </a:solidFill>
              </a:defRPr>
            </a:lvl1pPr>
          </a:lstStyle>
          <a:p>
            <a:r>
              <a:rPr lang="nl-NL"/>
              <a:t>ONDERWERP / titel</a:t>
            </a:r>
          </a:p>
        </p:txBody>
      </p:sp>
      <p:sp>
        <p:nvSpPr>
          <p:cNvPr id="3" name="Tijdelijke aanduiding voor tekst 2"/>
          <p:cNvSpPr>
            <a:spLocks noGrp="1"/>
          </p:cNvSpPr>
          <p:nvPr>
            <p:ph type="body" sz="quarter" idx="18"/>
          </p:nvPr>
        </p:nvSpPr>
        <p:spPr>
          <a:xfrm>
            <a:off x="838200" y="2286000"/>
            <a:ext cx="4800600" cy="3905250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12" name="Tijdelijke aanduiding voor tekst 4"/>
          <p:cNvSpPr>
            <a:spLocks noGrp="1"/>
          </p:cNvSpPr>
          <p:nvPr>
            <p:ph type="body" sz="quarter" idx="19"/>
          </p:nvPr>
        </p:nvSpPr>
        <p:spPr>
          <a:xfrm>
            <a:off x="6553200" y="2286000"/>
            <a:ext cx="4800600" cy="3905250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2" name="Tijdelijke aanduiding voor dianummer 1">
            <a:extLst>
              <a:ext uri="{FF2B5EF4-FFF2-40B4-BE49-F238E27FC236}">
                <a16:creationId xmlns:a16="http://schemas.microsoft.com/office/drawing/2014/main" id="{C2E59298-F081-4B96-8F35-36DAC9F7B517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fld id="{FACE7509-F60A-4509-9491-CD4ED7B54EDD}" type="slidenum">
              <a:rPr lang="nl-NL" smtClean="0"/>
              <a:pPr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813011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000">
        <p:fade/>
      </p:transition>
    </mc:Choice>
    <mc:Fallback xmlns=""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ergelijk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jdelijke aanduiding voor tekst 19">
            <a:extLst>
              <a:ext uri="{FF2B5EF4-FFF2-40B4-BE49-F238E27FC236}">
                <a16:creationId xmlns:a16="http://schemas.microsoft.com/office/drawing/2014/main" id="{7E150451-5081-475D-A7BF-2CE6F5C377F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640216" y="5429602"/>
            <a:ext cx="4910667" cy="493713"/>
          </a:xfrm>
        </p:spPr>
        <p:txBody>
          <a:bodyPr anchor="b"/>
          <a:lstStyle>
            <a:lvl1pPr marL="0" indent="0">
              <a:spcBef>
                <a:spcPts val="0"/>
              </a:spcBef>
              <a:buNone/>
              <a:defRPr sz="1800" cap="all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nl-NL"/>
              <a:t>NAAM</a:t>
            </a:r>
            <a:endParaRPr lang="en-GB"/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B0DA6865-FA7E-094E-A575-DAADE998A20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640216" y="1628775"/>
            <a:ext cx="4910667" cy="3600450"/>
          </a:xfrm>
        </p:spPr>
        <p:txBody>
          <a:bodyPr>
            <a:normAutofit/>
          </a:bodyPr>
          <a:lstStyle>
            <a:lvl1pPr marL="0" indent="0">
              <a:spcBef>
                <a:spcPts val="0"/>
              </a:spcBef>
              <a:buNone/>
              <a:defRPr sz="2800" cap="all" baseline="0">
                <a:solidFill>
                  <a:schemeClr val="bg1"/>
                </a:solidFill>
              </a:defRPr>
            </a:lvl1pPr>
          </a:lstStyle>
          <a:p>
            <a:r>
              <a:rPr lang="nl-NL"/>
              <a:t>‘QUOTE’</a:t>
            </a:r>
          </a:p>
        </p:txBody>
      </p:sp>
      <p:pic>
        <p:nvPicPr>
          <p:cNvPr id="6" name="Afbeelding 2">
            <a:extLst>
              <a:ext uri="{FF2B5EF4-FFF2-40B4-BE49-F238E27FC236}">
                <a16:creationId xmlns:a16="http://schemas.microsoft.com/office/drawing/2014/main" id="{FFDA8079-95BD-45E3-8313-ABF6A59ED20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644574" y="601590"/>
            <a:ext cx="355939" cy="297299"/>
          </a:xfrm>
          <a:prstGeom prst="rect">
            <a:avLst/>
          </a:prstGeom>
        </p:spPr>
      </p:pic>
      <p:sp>
        <p:nvSpPr>
          <p:cNvPr id="2" name="Tijdelijke aanduiding voor dianummer 1">
            <a:extLst>
              <a:ext uri="{FF2B5EF4-FFF2-40B4-BE49-F238E27FC236}">
                <a16:creationId xmlns:a16="http://schemas.microsoft.com/office/drawing/2014/main" id="{67759412-2DC6-4571-9515-2F3A4DED5873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FACE7509-F60A-4509-9491-CD4ED7B54EDD}" type="slidenum">
              <a:rPr lang="nl-NL" smtClean="0"/>
              <a:pPr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9675528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000">
        <p:fade/>
      </p:transition>
    </mc:Choice>
    <mc:Fallback xmlns=""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titel 1">
            <a:extLst>
              <a:ext uri="{FF2B5EF4-FFF2-40B4-BE49-F238E27FC236}">
                <a16:creationId xmlns:a16="http://schemas.microsoft.com/office/drawing/2014/main" id="{D6486190-F1D1-43BB-B712-AB7BE1C184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9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nl-NL"/>
              <a:t>KLIK OM STIJL TE BEWERKEN</a:t>
            </a:r>
            <a:endParaRPr lang="en-GB"/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6BC46703-C372-4CCF-BBDB-349EF159E78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nl-NL"/>
              <a:t>Tekststijl van het model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GB"/>
          </a:p>
        </p:txBody>
      </p:sp>
      <p:pic>
        <p:nvPicPr>
          <p:cNvPr id="7" name="Afbeelding 6" descr="Afbeelding met illustratie, bord, tafelgerei&#10;&#10;Automatisch gegenereerde beschrijving">
            <a:extLst>
              <a:ext uri="{FF2B5EF4-FFF2-40B4-BE49-F238E27FC236}">
                <a16:creationId xmlns:a16="http://schemas.microsoft.com/office/drawing/2014/main" id="{CFB24466-4E9B-4AD2-9A82-EE4E696985D5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28704" y="6338883"/>
            <a:ext cx="1180800" cy="248524"/>
          </a:xfrm>
          <a:prstGeom prst="rect">
            <a:avLst/>
          </a:prstGeom>
        </p:spPr>
      </p:pic>
      <p:sp>
        <p:nvSpPr>
          <p:cNvPr id="5" name="Tijdelijke aanduiding voor dianummer 5">
            <a:extLst>
              <a:ext uri="{FF2B5EF4-FFF2-40B4-BE49-F238E27FC236}">
                <a16:creationId xmlns:a16="http://schemas.microsoft.com/office/drawing/2014/main" id="{6F749071-8B51-4733-8DE0-48237BB0965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38200" y="6342598"/>
            <a:ext cx="110747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bg1"/>
                </a:solidFill>
              </a:defRPr>
            </a:lvl1pPr>
          </a:lstStyle>
          <a:p>
            <a:fld id="{FACE7509-F60A-4509-9491-CD4ED7B54EDD}" type="slidenum">
              <a:rPr lang="nl-NL" smtClean="0"/>
              <a:pPr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4963746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</p:sldLayoutIdLst>
  <mc:AlternateContent xmlns:mc="http://schemas.openxmlformats.org/markup-compatibility/2006" xmlns:p14="http://schemas.microsoft.com/office/powerpoint/2010/main">
    <mc:Choice Requires="p14">
      <p:transition spd="slow" p14:dur="3000">
        <p:fade/>
      </p:transition>
    </mc:Choice>
    <mc:Fallback xmlns="">
      <p:transition spd="slow">
        <p:fade/>
      </p:transition>
    </mc:Fallback>
  </mc:AlternateContent>
  <p:hf hdr="0" ftr="0" dt="0"/>
  <p:txStyles>
    <p:titleStyle>
      <a:lvl1pPr algn="l" defTabSz="514337" rtl="0" eaLnBrk="1" latinLnBrk="0" hangingPunct="1">
        <a:lnSpc>
          <a:spcPct val="90000"/>
        </a:lnSpc>
        <a:spcBef>
          <a:spcPct val="0"/>
        </a:spcBef>
        <a:buNone/>
        <a:defRPr lang="nl-NL" sz="3200" b="1" kern="1200" cap="all" baseline="0" dirty="0">
          <a:solidFill>
            <a:schemeClr val="tx2"/>
          </a:solidFill>
          <a:latin typeface="Avenir Next Condensed Medium" panose="020B0606020202020204" pitchFamily="34" charset="0"/>
          <a:ea typeface="+mj-ea"/>
          <a:cs typeface="Arial" panose="020B0604020202020204" pitchFamily="34" charset="0"/>
          <a:sym typeface="Avenir Next Condensed Demi Bold"/>
        </a:defRPr>
      </a:lvl1pPr>
    </p:titleStyle>
    <p:bodyStyle>
      <a:lvl1pPr marL="180000" indent="-180000" algn="l" defTabSz="514337" rtl="0" eaLnBrk="1" latinLnBrk="0" hangingPunct="1">
        <a:lnSpc>
          <a:spcPct val="110000"/>
        </a:lnSpc>
        <a:spcBef>
          <a:spcPts val="0"/>
        </a:spcBef>
        <a:buFont typeface="Arial" panose="020B0604020202020204" pitchFamily="34" charset="0"/>
        <a:buChar char="•"/>
        <a:defRPr sz="24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360000" indent="-180000" algn="l" defTabSz="514337" rtl="0" eaLnBrk="1" latinLnBrk="0" hangingPunct="1">
        <a:lnSpc>
          <a:spcPct val="110000"/>
        </a:lnSpc>
        <a:spcBef>
          <a:spcPts val="0"/>
        </a:spcBef>
        <a:buFont typeface="Arial" panose="020B0604020202020204" pitchFamily="34" charset="0"/>
        <a:buChar char="­"/>
        <a:defRPr sz="24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540000" indent="-180000" algn="l" defTabSz="514337" rtl="0" eaLnBrk="1" latinLnBrk="0" hangingPunct="1">
        <a:lnSpc>
          <a:spcPct val="110000"/>
        </a:lnSpc>
        <a:spcBef>
          <a:spcPts val="0"/>
        </a:spcBef>
        <a:buFont typeface="Arial" panose="020B0604020202020204" pitchFamily="34" charset="0"/>
        <a:buChar char="•"/>
        <a:defRPr sz="24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720000" indent="-180000" algn="l" defTabSz="514337" rtl="0" eaLnBrk="1" latinLnBrk="0" hangingPunct="1">
        <a:lnSpc>
          <a:spcPct val="110000"/>
        </a:lnSpc>
        <a:spcBef>
          <a:spcPts val="0"/>
        </a:spcBef>
        <a:buFont typeface="Arial" panose="020B0604020202020204" pitchFamily="34" charset="0"/>
        <a:buChar char="•"/>
        <a:defRPr sz="24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900000" indent="-180000" algn="l" defTabSz="514337" rtl="0" eaLnBrk="1" latinLnBrk="0" hangingPunct="1">
        <a:lnSpc>
          <a:spcPct val="110000"/>
        </a:lnSpc>
        <a:spcBef>
          <a:spcPts val="0"/>
        </a:spcBef>
        <a:buFont typeface="Arial" panose="020B0604020202020204" pitchFamily="34" charset="0"/>
        <a:buChar char="•"/>
        <a:defRPr sz="24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1414427" indent="-128585" algn="l" defTabSz="514337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6pPr>
      <a:lvl7pPr marL="1671596" indent="-128585" algn="l" defTabSz="514337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7pPr>
      <a:lvl8pPr marL="1928765" indent="-128585" algn="l" defTabSz="514337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8pPr>
      <a:lvl9pPr marL="2185933" indent="-128585" algn="l" defTabSz="514337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514337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1pPr>
      <a:lvl2pPr marL="257169" algn="l" defTabSz="514337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2pPr>
      <a:lvl3pPr marL="514337" algn="l" defTabSz="514337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3pPr>
      <a:lvl4pPr marL="771506" algn="l" defTabSz="514337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4pPr>
      <a:lvl5pPr marL="1028675" algn="l" defTabSz="514337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5pPr>
      <a:lvl6pPr marL="1285843" algn="l" defTabSz="514337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6pPr>
      <a:lvl7pPr marL="1543011" algn="l" defTabSz="514337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7pPr>
      <a:lvl8pPr marL="1800180" algn="l" defTabSz="514337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8pPr>
      <a:lvl9pPr marL="2057349" algn="l" defTabSz="514337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png"/><Relationship Id="rId4" Type="http://schemas.openxmlformats.org/officeDocument/2006/relationships/image" Target="../media/image6.sv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gif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miro.com/app/board/o9J_lQ8YcQE=/?share_link_id=936361788517" TargetMode="Externa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jp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Afbeelding 2" descr="Afbeelding met licht, kerstboom, web, winter&#10;&#10;Door AI gegenereerde inhoud is mogelijk onjuist.">
            <a:extLst>
              <a:ext uri="{FF2B5EF4-FFF2-40B4-BE49-F238E27FC236}">
                <a16:creationId xmlns:a16="http://schemas.microsoft.com/office/drawing/2014/main" id="{47E85B19-1943-091E-A2BF-FAF3F887A79C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alphaModFix/>
          </a:blip>
          <a:srcRect l="-1" t="190" r="77" b="1451"/>
          <a:stretch/>
        </p:blipFill>
        <p:spPr>
          <a:xfrm>
            <a:off x="-1" y="0"/>
            <a:ext cx="12192001" cy="6858000"/>
          </a:xfrm>
          <a:prstGeom prst="rect">
            <a:avLst/>
          </a:prstGeom>
          <a:solidFill>
            <a:schemeClr val="tx1"/>
          </a:solidFill>
          <a:effectLst>
            <a:outerShdw blurRad="50800" dist="50800" dir="5400000" algn="ctr" rotWithShape="0">
              <a:schemeClr val="tx1"/>
            </a:outerShdw>
          </a:effectLst>
        </p:spPr>
      </p:pic>
      <p:sp>
        <p:nvSpPr>
          <p:cNvPr id="8" name="Tijdelijke aanduiding voor tekst 6">
            <a:extLst>
              <a:ext uri="{FF2B5EF4-FFF2-40B4-BE49-F238E27FC236}">
                <a16:creationId xmlns:a16="http://schemas.microsoft.com/office/drawing/2014/main" id="{8EF46FEA-1A13-564D-A1C3-E58A868F86A6}"/>
              </a:ext>
            </a:extLst>
          </p:cNvPr>
          <p:cNvSpPr txBox="1">
            <a:spLocks/>
          </p:cNvSpPr>
          <p:nvPr/>
        </p:nvSpPr>
        <p:spPr>
          <a:xfrm>
            <a:off x="893234" y="3043340"/>
            <a:ext cx="10452100" cy="100965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514337" rtl="0" eaLnBrk="1" latinLnBrk="0" hangingPunct="1">
              <a:lnSpc>
                <a:spcPct val="80000"/>
              </a:lnSpc>
              <a:spcBef>
                <a:spcPts val="0"/>
              </a:spcBef>
              <a:buFont typeface="Arial" panose="020B0604020202020204" pitchFamily="34" charset="0"/>
              <a:buNone/>
              <a:defRPr sz="6750" b="1" kern="1200" cap="all" baseline="0">
                <a:solidFill>
                  <a:schemeClr val="bg1"/>
                </a:solidFill>
                <a:latin typeface="Avenir Next Condensed Medium" panose="020B0606020202020204" pitchFamily="34" charset="0"/>
                <a:ea typeface="+mn-ea"/>
                <a:cs typeface="Arial" panose="020B0604020202020204" pitchFamily="34" charset="0"/>
              </a:defRPr>
            </a:lvl1pPr>
            <a:lvl2pPr marL="360000" indent="-180000" algn="l" defTabSz="514337" rtl="0" eaLnBrk="1" latinLnBrk="0" hangingPunct="1">
              <a:lnSpc>
                <a:spcPct val="110000"/>
              </a:lnSpc>
              <a:spcBef>
                <a:spcPts val="0"/>
              </a:spcBef>
              <a:buFont typeface="Arial" panose="020B0604020202020204" pitchFamily="34" charset="0"/>
              <a:buChar char="­"/>
              <a:defRPr sz="240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540000" indent="-180000" algn="l" defTabSz="514337" rtl="0" eaLnBrk="1" latinLnBrk="0" hangingPunct="1">
              <a:lnSpc>
                <a:spcPct val="11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720000" indent="-180000" algn="l" defTabSz="514337" rtl="0" eaLnBrk="1" latinLnBrk="0" hangingPunct="1">
              <a:lnSpc>
                <a:spcPct val="11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900000" indent="-180000" algn="l" defTabSz="514337" rtl="0" eaLnBrk="1" latinLnBrk="0" hangingPunct="1">
              <a:lnSpc>
                <a:spcPct val="11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1414427" indent="-128585" algn="l" defTabSz="514337" rtl="0" eaLnBrk="1" latinLnBrk="0" hangingPunct="1">
              <a:lnSpc>
                <a:spcPct val="90000"/>
              </a:lnSpc>
              <a:spcBef>
                <a:spcPts val="281"/>
              </a:spcBef>
              <a:buFont typeface="Arial" panose="020B0604020202020204" pitchFamily="34" charset="0"/>
              <a:buChar char="•"/>
              <a:defRPr sz="10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671596" indent="-128585" algn="l" defTabSz="514337" rtl="0" eaLnBrk="1" latinLnBrk="0" hangingPunct="1">
              <a:lnSpc>
                <a:spcPct val="90000"/>
              </a:lnSpc>
              <a:spcBef>
                <a:spcPts val="281"/>
              </a:spcBef>
              <a:buFont typeface="Arial" panose="020B0604020202020204" pitchFamily="34" charset="0"/>
              <a:buChar char="•"/>
              <a:defRPr sz="10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928765" indent="-128585" algn="l" defTabSz="514337" rtl="0" eaLnBrk="1" latinLnBrk="0" hangingPunct="1">
              <a:lnSpc>
                <a:spcPct val="90000"/>
              </a:lnSpc>
              <a:spcBef>
                <a:spcPts val="281"/>
              </a:spcBef>
              <a:buFont typeface="Arial" panose="020B0604020202020204" pitchFamily="34" charset="0"/>
              <a:buChar char="•"/>
              <a:defRPr sz="10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185933" indent="-128585" algn="l" defTabSz="514337" rtl="0" eaLnBrk="1" latinLnBrk="0" hangingPunct="1">
              <a:lnSpc>
                <a:spcPct val="90000"/>
              </a:lnSpc>
              <a:spcBef>
                <a:spcPts val="281"/>
              </a:spcBef>
              <a:buFont typeface="Arial" panose="020B0604020202020204" pitchFamily="34" charset="0"/>
              <a:buChar char="•"/>
              <a:defRPr sz="10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nl-NL" b="0" dirty="0">
              <a:latin typeface="Avenir Next Condensed" panose="020B0506020202020204" pitchFamily="34" charset="0"/>
            </a:endParaRPr>
          </a:p>
        </p:txBody>
      </p:sp>
      <p:sp>
        <p:nvSpPr>
          <p:cNvPr id="9" name="Tijdelijke aanduiding voor tekst 4">
            <a:extLst>
              <a:ext uri="{FF2B5EF4-FFF2-40B4-BE49-F238E27FC236}">
                <a16:creationId xmlns:a16="http://schemas.microsoft.com/office/drawing/2014/main" id="{4EC682BA-A149-A54C-98EB-769B85A619AD}"/>
              </a:ext>
            </a:extLst>
          </p:cNvPr>
          <p:cNvSpPr txBox="1">
            <a:spLocks/>
          </p:cNvSpPr>
          <p:nvPr/>
        </p:nvSpPr>
        <p:spPr>
          <a:xfrm>
            <a:off x="893235" y="5553075"/>
            <a:ext cx="8326302" cy="565825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>
            <a:normAutofit/>
          </a:bodyPr>
          <a:lstStyle>
            <a:lvl1pPr marL="0" indent="0" algn="l" defTabSz="514337" rtl="0" eaLnBrk="1" latinLnBrk="0" hangingPunct="1">
              <a:lnSpc>
                <a:spcPct val="110000"/>
              </a:lnSpc>
              <a:spcBef>
                <a:spcPts val="0"/>
              </a:spcBef>
              <a:buFont typeface="Arial" panose="020B0604020202020204" pitchFamily="34" charset="0"/>
              <a:buNone/>
              <a:defRPr lang="en-GB" sz="2475" b="0" i="0" u="none" strike="noStrike" kern="1200" cap="all" spc="0" baseline="0" dirty="0">
                <a:ln>
                  <a:noFill/>
                </a:ln>
                <a:solidFill>
                  <a:schemeClr val="bg1"/>
                </a:solidFill>
                <a:uFillTx/>
                <a:latin typeface="Avenir Next Condensed Medium" panose="020B0606020202020204" pitchFamily="34" charset="0"/>
                <a:ea typeface="Avenir Next Condensed Medium" panose="020B0606020202020204" pitchFamily="34" charset="0"/>
                <a:cs typeface="Avenir Next Condensed Medium" panose="020B0606020202020204" pitchFamily="34" charset="0"/>
                <a:sym typeface="Avenir Next Condensed Medium"/>
              </a:defRPr>
            </a:lvl1pPr>
            <a:lvl2pPr marL="360000" indent="-180000" algn="l" defTabSz="514337" rtl="0" eaLnBrk="1" latinLnBrk="0" hangingPunct="1">
              <a:lnSpc>
                <a:spcPct val="110000"/>
              </a:lnSpc>
              <a:spcBef>
                <a:spcPts val="0"/>
              </a:spcBef>
              <a:buFont typeface="Arial" panose="020B0604020202020204" pitchFamily="34" charset="0"/>
              <a:buChar char="­"/>
              <a:defRPr sz="240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540000" indent="-180000" algn="l" defTabSz="514337" rtl="0" eaLnBrk="1" latinLnBrk="0" hangingPunct="1">
              <a:lnSpc>
                <a:spcPct val="11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720000" indent="-180000" algn="l" defTabSz="514337" rtl="0" eaLnBrk="1" latinLnBrk="0" hangingPunct="1">
              <a:lnSpc>
                <a:spcPct val="11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900000" indent="-180000" algn="l" defTabSz="514337" rtl="0" eaLnBrk="1" latinLnBrk="0" hangingPunct="1">
              <a:lnSpc>
                <a:spcPct val="11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1414427" indent="-128585" algn="l" defTabSz="514337" rtl="0" eaLnBrk="1" latinLnBrk="0" hangingPunct="1">
              <a:lnSpc>
                <a:spcPct val="90000"/>
              </a:lnSpc>
              <a:spcBef>
                <a:spcPts val="281"/>
              </a:spcBef>
              <a:buFont typeface="Arial" panose="020B0604020202020204" pitchFamily="34" charset="0"/>
              <a:buChar char="•"/>
              <a:defRPr sz="10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671596" indent="-128585" algn="l" defTabSz="514337" rtl="0" eaLnBrk="1" latinLnBrk="0" hangingPunct="1">
              <a:lnSpc>
                <a:spcPct val="90000"/>
              </a:lnSpc>
              <a:spcBef>
                <a:spcPts val="281"/>
              </a:spcBef>
              <a:buFont typeface="Arial" panose="020B0604020202020204" pitchFamily="34" charset="0"/>
              <a:buChar char="•"/>
              <a:defRPr sz="10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928765" indent="-128585" algn="l" defTabSz="514337" rtl="0" eaLnBrk="1" latinLnBrk="0" hangingPunct="1">
              <a:lnSpc>
                <a:spcPct val="90000"/>
              </a:lnSpc>
              <a:spcBef>
                <a:spcPts val="281"/>
              </a:spcBef>
              <a:buFont typeface="Arial" panose="020B0604020202020204" pitchFamily="34" charset="0"/>
              <a:buChar char="•"/>
              <a:defRPr sz="10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185933" indent="-128585" algn="l" defTabSz="514337" rtl="0" eaLnBrk="1" latinLnBrk="0" hangingPunct="1">
              <a:lnSpc>
                <a:spcPct val="90000"/>
              </a:lnSpc>
              <a:spcBef>
                <a:spcPts val="281"/>
              </a:spcBef>
              <a:buFont typeface="Arial" panose="020B0604020202020204" pitchFamily="34" charset="0"/>
              <a:buChar char="•"/>
              <a:defRPr sz="10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nl-NL" sz="2000" cap="none" dirty="0">
              <a:latin typeface="Avenir Next Condensed" panose="020B0506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067107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000">
        <p:fade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4FC84FE-1418-E478-08AD-C0DE031142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Afbeelding 2" descr="Afbeelding met licht, kerstboom, web, winter&#10;&#10;Door AI gegenereerde inhoud is mogelijk onjuist.">
            <a:extLst>
              <a:ext uri="{FF2B5EF4-FFF2-40B4-BE49-F238E27FC236}">
                <a16:creationId xmlns:a16="http://schemas.microsoft.com/office/drawing/2014/main" id="{52ADD3B5-79B4-8634-EDF4-F50B5A009E44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alphaModFix amt="29000"/>
          </a:blip>
          <a:srcRect l="-1" t="190" r="77" b="1451"/>
          <a:stretch/>
        </p:blipFill>
        <p:spPr>
          <a:xfrm>
            <a:off x="-1" y="0"/>
            <a:ext cx="12192001" cy="6858000"/>
          </a:xfrm>
          <a:prstGeom prst="rect">
            <a:avLst/>
          </a:prstGeom>
          <a:solidFill>
            <a:schemeClr val="tx1"/>
          </a:solidFill>
          <a:effectLst>
            <a:outerShdw blurRad="50800" dist="50800" dir="5400000" algn="ctr" rotWithShape="0">
              <a:schemeClr val="tx1"/>
            </a:outerShdw>
          </a:effectLst>
        </p:spPr>
      </p:pic>
      <p:sp>
        <p:nvSpPr>
          <p:cNvPr id="5" name="Tijdelijke aanduiding voor tekst 4">
            <a:extLst>
              <a:ext uri="{FF2B5EF4-FFF2-40B4-BE49-F238E27FC236}">
                <a16:creationId xmlns:a16="http://schemas.microsoft.com/office/drawing/2014/main" id="{FAF859AB-C569-BBE1-C3C1-BF034928D1D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893235" y="5095875"/>
            <a:ext cx="8326302" cy="565825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scene3d>
            <a:camera prst="orthographicFront"/>
            <a:lightRig rig="threePt" dir="t"/>
          </a:scene3d>
          <a:sp3d>
            <a:bevelT/>
          </a:sp3d>
        </p:spPr>
        <p:txBody>
          <a:bodyPr>
            <a:normAutofit/>
          </a:bodyPr>
          <a:lstStyle/>
          <a:p>
            <a:r>
              <a:rPr lang="nl-NL" dirty="0"/>
              <a:t>Aanpak en verslaglegging</a:t>
            </a:r>
          </a:p>
        </p:txBody>
      </p:sp>
      <p:sp>
        <p:nvSpPr>
          <p:cNvPr id="6" name="Tijdelijke aanduiding voor tekst 5">
            <a:extLst>
              <a:ext uri="{FF2B5EF4-FFF2-40B4-BE49-F238E27FC236}">
                <a16:creationId xmlns:a16="http://schemas.microsoft.com/office/drawing/2014/main" id="{4CDB88CE-E0A3-014D-769D-2E0A1350188E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effectLst>
            <a:outerShdw dist="34860" dir="2226924" sx="62378" sy="62378" algn="tl" rotWithShape="0">
              <a:prstClr val="black">
                <a:alpha val="70975"/>
              </a:prstClr>
            </a:outerShdw>
          </a:effectLst>
        </p:spPr>
        <p:txBody>
          <a:bodyPr/>
          <a:lstStyle/>
          <a:p>
            <a:r>
              <a:rPr lang="nl-NL" sz="3200" dirty="0"/>
              <a:t>HAN AIM DTI</a:t>
            </a:r>
          </a:p>
        </p:txBody>
      </p:sp>
      <p:sp>
        <p:nvSpPr>
          <p:cNvPr id="7" name="Tijdelijke aanduiding voor tekst 6">
            <a:extLst>
              <a:ext uri="{FF2B5EF4-FFF2-40B4-BE49-F238E27FC236}">
                <a16:creationId xmlns:a16="http://schemas.microsoft.com/office/drawing/2014/main" id="{6767106D-D4FF-7320-8830-6329783FCDB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93234" y="2213999"/>
            <a:ext cx="10452100" cy="2163847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scene3d>
            <a:camera prst="orthographicFront"/>
            <a:lightRig rig="threePt" dir="t"/>
          </a:scene3d>
          <a:sp3d>
            <a:bevelT/>
          </a:sp3d>
        </p:spPr>
        <p:txBody>
          <a:bodyPr>
            <a:normAutofit/>
          </a:bodyPr>
          <a:lstStyle/>
          <a:p>
            <a:r>
              <a:rPr lang="nl-NL" dirty="0" err="1"/>
              <a:t>Connecting</a:t>
            </a:r>
            <a:endParaRPr lang="nl-NL" dirty="0"/>
          </a:p>
          <a:p>
            <a:r>
              <a:rPr lang="nl-NL" dirty="0" err="1"/>
              <a:t>the</a:t>
            </a:r>
            <a:r>
              <a:rPr lang="nl-NL" dirty="0"/>
              <a:t> </a:t>
            </a:r>
            <a:r>
              <a:rPr lang="nl-NL" dirty="0" err="1"/>
              <a:t>dots</a:t>
            </a:r>
            <a:endParaRPr lang="nl-NL" dirty="0"/>
          </a:p>
        </p:txBody>
      </p:sp>
      <p:sp>
        <p:nvSpPr>
          <p:cNvPr id="8" name="Tijdelijke aanduiding voor tekst 6">
            <a:extLst>
              <a:ext uri="{FF2B5EF4-FFF2-40B4-BE49-F238E27FC236}">
                <a16:creationId xmlns:a16="http://schemas.microsoft.com/office/drawing/2014/main" id="{5752604F-EED7-8E21-E637-FC5426CA123A}"/>
              </a:ext>
            </a:extLst>
          </p:cNvPr>
          <p:cNvSpPr txBox="1">
            <a:spLocks/>
          </p:cNvSpPr>
          <p:nvPr/>
        </p:nvSpPr>
        <p:spPr>
          <a:xfrm>
            <a:off x="893234" y="3043340"/>
            <a:ext cx="10452100" cy="100965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514337" rtl="0" eaLnBrk="1" latinLnBrk="0" hangingPunct="1">
              <a:lnSpc>
                <a:spcPct val="80000"/>
              </a:lnSpc>
              <a:spcBef>
                <a:spcPts val="0"/>
              </a:spcBef>
              <a:buFont typeface="Arial" panose="020B0604020202020204" pitchFamily="34" charset="0"/>
              <a:buNone/>
              <a:defRPr sz="6750" b="1" kern="1200" cap="all" baseline="0">
                <a:solidFill>
                  <a:schemeClr val="bg1"/>
                </a:solidFill>
                <a:latin typeface="Avenir Next Condensed Medium" panose="020B0606020202020204" pitchFamily="34" charset="0"/>
                <a:ea typeface="+mn-ea"/>
                <a:cs typeface="Arial" panose="020B0604020202020204" pitchFamily="34" charset="0"/>
              </a:defRPr>
            </a:lvl1pPr>
            <a:lvl2pPr marL="360000" indent="-180000" algn="l" defTabSz="514337" rtl="0" eaLnBrk="1" latinLnBrk="0" hangingPunct="1">
              <a:lnSpc>
                <a:spcPct val="110000"/>
              </a:lnSpc>
              <a:spcBef>
                <a:spcPts val="0"/>
              </a:spcBef>
              <a:buFont typeface="Arial" panose="020B0604020202020204" pitchFamily="34" charset="0"/>
              <a:buChar char="­"/>
              <a:defRPr sz="240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540000" indent="-180000" algn="l" defTabSz="514337" rtl="0" eaLnBrk="1" latinLnBrk="0" hangingPunct="1">
              <a:lnSpc>
                <a:spcPct val="11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720000" indent="-180000" algn="l" defTabSz="514337" rtl="0" eaLnBrk="1" latinLnBrk="0" hangingPunct="1">
              <a:lnSpc>
                <a:spcPct val="11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900000" indent="-180000" algn="l" defTabSz="514337" rtl="0" eaLnBrk="1" latinLnBrk="0" hangingPunct="1">
              <a:lnSpc>
                <a:spcPct val="11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1414427" indent="-128585" algn="l" defTabSz="514337" rtl="0" eaLnBrk="1" latinLnBrk="0" hangingPunct="1">
              <a:lnSpc>
                <a:spcPct val="90000"/>
              </a:lnSpc>
              <a:spcBef>
                <a:spcPts val="281"/>
              </a:spcBef>
              <a:buFont typeface="Arial" panose="020B0604020202020204" pitchFamily="34" charset="0"/>
              <a:buChar char="•"/>
              <a:defRPr sz="10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671596" indent="-128585" algn="l" defTabSz="514337" rtl="0" eaLnBrk="1" latinLnBrk="0" hangingPunct="1">
              <a:lnSpc>
                <a:spcPct val="90000"/>
              </a:lnSpc>
              <a:spcBef>
                <a:spcPts val="281"/>
              </a:spcBef>
              <a:buFont typeface="Arial" panose="020B0604020202020204" pitchFamily="34" charset="0"/>
              <a:buChar char="•"/>
              <a:defRPr sz="10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928765" indent="-128585" algn="l" defTabSz="514337" rtl="0" eaLnBrk="1" latinLnBrk="0" hangingPunct="1">
              <a:lnSpc>
                <a:spcPct val="90000"/>
              </a:lnSpc>
              <a:spcBef>
                <a:spcPts val="281"/>
              </a:spcBef>
              <a:buFont typeface="Arial" panose="020B0604020202020204" pitchFamily="34" charset="0"/>
              <a:buChar char="•"/>
              <a:defRPr sz="10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185933" indent="-128585" algn="l" defTabSz="514337" rtl="0" eaLnBrk="1" latinLnBrk="0" hangingPunct="1">
              <a:lnSpc>
                <a:spcPct val="90000"/>
              </a:lnSpc>
              <a:spcBef>
                <a:spcPts val="281"/>
              </a:spcBef>
              <a:buFont typeface="Arial" panose="020B0604020202020204" pitchFamily="34" charset="0"/>
              <a:buChar char="•"/>
              <a:defRPr sz="10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nl-NL" b="0" dirty="0">
              <a:latin typeface="Avenir Next Condensed" panose="020B0506020202020204" pitchFamily="34" charset="0"/>
            </a:endParaRPr>
          </a:p>
        </p:txBody>
      </p:sp>
      <p:sp>
        <p:nvSpPr>
          <p:cNvPr id="9" name="Tijdelijke aanduiding voor tekst 4">
            <a:extLst>
              <a:ext uri="{FF2B5EF4-FFF2-40B4-BE49-F238E27FC236}">
                <a16:creationId xmlns:a16="http://schemas.microsoft.com/office/drawing/2014/main" id="{C3DA5469-3BCC-3B70-0A95-B368B166F504}"/>
              </a:ext>
            </a:extLst>
          </p:cNvPr>
          <p:cNvSpPr txBox="1">
            <a:spLocks/>
          </p:cNvSpPr>
          <p:nvPr/>
        </p:nvSpPr>
        <p:spPr>
          <a:xfrm>
            <a:off x="893235" y="5553075"/>
            <a:ext cx="8326302" cy="565825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>
            <a:normAutofit/>
          </a:bodyPr>
          <a:lstStyle>
            <a:lvl1pPr marL="0" indent="0" algn="l" defTabSz="514337" rtl="0" eaLnBrk="1" latinLnBrk="0" hangingPunct="1">
              <a:lnSpc>
                <a:spcPct val="110000"/>
              </a:lnSpc>
              <a:spcBef>
                <a:spcPts val="0"/>
              </a:spcBef>
              <a:buFont typeface="Arial" panose="020B0604020202020204" pitchFamily="34" charset="0"/>
              <a:buNone/>
              <a:defRPr lang="en-GB" sz="2475" b="0" i="0" u="none" strike="noStrike" kern="1200" cap="all" spc="0" baseline="0" dirty="0">
                <a:ln>
                  <a:noFill/>
                </a:ln>
                <a:solidFill>
                  <a:schemeClr val="bg1"/>
                </a:solidFill>
                <a:uFillTx/>
                <a:latin typeface="Avenir Next Condensed Medium" panose="020B0606020202020204" pitchFamily="34" charset="0"/>
                <a:ea typeface="Avenir Next Condensed Medium" panose="020B0606020202020204" pitchFamily="34" charset="0"/>
                <a:cs typeface="Avenir Next Condensed Medium" panose="020B0606020202020204" pitchFamily="34" charset="0"/>
                <a:sym typeface="Avenir Next Condensed Medium"/>
              </a:defRPr>
            </a:lvl1pPr>
            <a:lvl2pPr marL="360000" indent="-180000" algn="l" defTabSz="514337" rtl="0" eaLnBrk="1" latinLnBrk="0" hangingPunct="1">
              <a:lnSpc>
                <a:spcPct val="110000"/>
              </a:lnSpc>
              <a:spcBef>
                <a:spcPts val="0"/>
              </a:spcBef>
              <a:buFont typeface="Arial" panose="020B0604020202020204" pitchFamily="34" charset="0"/>
              <a:buChar char="­"/>
              <a:defRPr sz="240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540000" indent="-180000" algn="l" defTabSz="514337" rtl="0" eaLnBrk="1" latinLnBrk="0" hangingPunct="1">
              <a:lnSpc>
                <a:spcPct val="11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720000" indent="-180000" algn="l" defTabSz="514337" rtl="0" eaLnBrk="1" latinLnBrk="0" hangingPunct="1">
              <a:lnSpc>
                <a:spcPct val="11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900000" indent="-180000" algn="l" defTabSz="514337" rtl="0" eaLnBrk="1" latinLnBrk="0" hangingPunct="1">
              <a:lnSpc>
                <a:spcPct val="11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1414427" indent="-128585" algn="l" defTabSz="514337" rtl="0" eaLnBrk="1" latinLnBrk="0" hangingPunct="1">
              <a:lnSpc>
                <a:spcPct val="90000"/>
              </a:lnSpc>
              <a:spcBef>
                <a:spcPts val="281"/>
              </a:spcBef>
              <a:buFont typeface="Arial" panose="020B0604020202020204" pitchFamily="34" charset="0"/>
              <a:buChar char="•"/>
              <a:defRPr sz="10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671596" indent="-128585" algn="l" defTabSz="514337" rtl="0" eaLnBrk="1" latinLnBrk="0" hangingPunct="1">
              <a:lnSpc>
                <a:spcPct val="90000"/>
              </a:lnSpc>
              <a:spcBef>
                <a:spcPts val="281"/>
              </a:spcBef>
              <a:buFont typeface="Arial" panose="020B0604020202020204" pitchFamily="34" charset="0"/>
              <a:buChar char="•"/>
              <a:defRPr sz="10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928765" indent="-128585" algn="l" defTabSz="514337" rtl="0" eaLnBrk="1" latinLnBrk="0" hangingPunct="1">
              <a:lnSpc>
                <a:spcPct val="90000"/>
              </a:lnSpc>
              <a:spcBef>
                <a:spcPts val="281"/>
              </a:spcBef>
              <a:buFont typeface="Arial" panose="020B0604020202020204" pitchFamily="34" charset="0"/>
              <a:buChar char="•"/>
              <a:defRPr sz="10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185933" indent="-128585" algn="l" defTabSz="514337" rtl="0" eaLnBrk="1" latinLnBrk="0" hangingPunct="1">
              <a:lnSpc>
                <a:spcPct val="90000"/>
              </a:lnSpc>
              <a:spcBef>
                <a:spcPts val="281"/>
              </a:spcBef>
              <a:buFont typeface="Arial" panose="020B0604020202020204" pitchFamily="34" charset="0"/>
              <a:buChar char="•"/>
              <a:defRPr sz="10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nl-NL" sz="2000" cap="none" dirty="0">
                <a:latin typeface="Avenir Next Condensed" panose="020B0506020202020204" pitchFamily="34" charset="0"/>
              </a:rPr>
              <a:t>Ger de vries| 25-02-2026 | </a:t>
            </a:r>
            <a:r>
              <a:rPr lang="nl-NL" sz="2000" cap="none" dirty="0" err="1">
                <a:latin typeface="Avenir Next Condensed" panose="020B0506020202020204" pitchFamily="34" charset="0"/>
              </a:rPr>
              <a:t>ger.devries@han.nl</a:t>
            </a:r>
            <a:endParaRPr lang="nl-NL" sz="2000" cap="none" dirty="0">
              <a:latin typeface="Avenir Next Condensed" panose="020B0506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133444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000">
        <p:fade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8AA6D68-DE59-229F-4564-AB1F105B07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Afbeelding 2" descr="Afbeelding met licht, kerstboom, web, winter&#10;&#10;Door AI gegenereerde inhoud is mogelijk onjuist.">
            <a:extLst>
              <a:ext uri="{FF2B5EF4-FFF2-40B4-BE49-F238E27FC236}">
                <a16:creationId xmlns:a16="http://schemas.microsoft.com/office/drawing/2014/main" id="{5FC2743D-0202-26E7-A361-82135A4FFA0A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alphaModFix amt="11000"/>
          </a:blip>
          <a:srcRect l="-1" t="190" r="77" b="1451"/>
          <a:stretch/>
        </p:blipFill>
        <p:spPr>
          <a:xfrm>
            <a:off x="-1" y="0"/>
            <a:ext cx="12192001" cy="6858000"/>
          </a:xfrm>
          <a:prstGeom prst="rect">
            <a:avLst/>
          </a:prstGeom>
          <a:solidFill>
            <a:schemeClr val="tx1"/>
          </a:solidFill>
          <a:effectLst>
            <a:outerShdw blurRad="50800" dist="50800" dir="5400000" algn="ctr" rotWithShape="0">
              <a:schemeClr val="tx1"/>
            </a:outerShdw>
          </a:effectLst>
        </p:spPr>
      </p:pic>
      <p:sp>
        <p:nvSpPr>
          <p:cNvPr id="8" name="Tijdelijke aanduiding voor tekst 6">
            <a:extLst>
              <a:ext uri="{FF2B5EF4-FFF2-40B4-BE49-F238E27FC236}">
                <a16:creationId xmlns:a16="http://schemas.microsoft.com/office/drawing/2014/main" id="{4F447225-729C-3D74-60F4-723D66D685C6}"/>
              </a:ext>
            </a:extLst>
          </p:cNvPr>
          <p:cNvSpPr txBox="1">
            <a:spLocks/>
          </p:cNvSpPr>
          <p:nvPr/>
        </p:nvSpPr>
        <p:spPr>
          <a:xfrm>
            <a:off x="893234" y="3043340"/>
            <a:ext cx="10452100" cy="100965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514337" rtl="0" eaLnBrk="1" latinLnBrk="0" hangingPunct="1">
              <a:lnSpc>
                <a:spcPct val="80000"/>
              </a:lnSpc>
              <a:spcBef>
                <a:spcPts val="0"/>
              </a:spcBef>
              <a:buFont typeface="Arial" panose="020B0604020202020204" pitchFamily="34" charset="0"/>
              <a:buNone/>
              <a:defRPr sz="6750" b="1" kern="1200" cap="all" baseline="0">
                <a:solidFill>
                  <a:schemeClr val="bg1"/>
                </a:solidFill>
                <a:latin typeface="Avenir Next Condensed Medium" panose="020B0606020202020204" pitchFamily="34" charset="0"/>
                <a:ea typeface="+mn-ea"/>
                <a:cs typeface="Arial" panose="020B0604020202020204" pitchFamily="34" charset="0"/>
              </a:defRPr>
            </a:lvl1pPr>
            <a:lvl2pPr marL="360000" indent="-180000" algn="l" defTabSz="514337" rtl="0" eaLnBrk="1" latinLnBrk="0" hangingPunct="1">
              <a:lnSpc>
                <a:spcPct val="110000"/>
              </a:lnSpc>
              <a:spcBef>
                <a:spcPts val="0"/>
              </a:spcBef>
              <a:buFont typeface="Arial" panose="020B0604020202020204" pitchFamily="34" charset="0"/>
              <a:buChar char="­"/>
              <a:defRPr sz="240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540000" indent="-180000" algn="l" defTabSz="514337" rtl="0" eaLnBrk="1" latinLnBrk="0" hangingPunct="1">
              <a:lnSpc>
                <a:spcPct val="11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720000" indent="-180000" algn="l" defTabSz="514337" rtl="0" eaLnBrk="1" latinLnBrk="0" hangingPunct="1">
              <a:lnSpc>
                <a:spcPct val="11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900000" indent="-180000" algn="l" defTabSz="514337" rtl="0" eaLnBrk="1" latinLnBrk="0" hangingPunct="1">
              <a:lnSpc>
                <a:spcPct val="11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1414427" indent="-128585" algn="l" defTabSz="514337" rtl="0" eaLnBrk="1" latinLnBrk="0" hangingPunct="1">
              <a:lnSpc>
                <a:spcPct val="90000"/>
              </a:lnSpc>
              <a:spcBef>
                <a:spcPts val="281"/>
              </a:spcBef>
              <a:buFont typeface="Arial" panose="020B0604020202020204" pitchFamily="34" charset="0"/>
              <a:buChar char="•"/>
              <a:defRPr sz="10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671596" indent="-128585" algn="l" defTabSz="514337" rtl="0" eaLnBrk="1" latinLnBrk="0" hangingPunct="1">
              <a:lnSpc>
                <a:spcPct val="90000"/>
              </a:lnSpc>
              <a:spcBef>
                <a:spcPts val="281"/>
              </a:spcBef>
              <a:buFont typeface="Arial" panose="020B0604020202020204" pitchFamily="34" charset="0"/>
              <a:buChar char="•"/>
              <a:defRPr sz="10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928765" indent="-128585" algn="l" defTabSz="514337" rtl="0" eaLnBrk="1" latinLnBrk="0" hangingPunct="1">
              <a:lnSpc>
                <a:spcPct val="90000"/>
              </a:lnSpc>
              <a:spcBef>
                <a:spcPts val="281"/>
              </a:spcBef>
              <a:buFont typeface="Arial" panose="020B0604020202020204" pitchFamily="34" charset="0"/>
              <a:buChar char="•"/>
              <a:defRPr sz="10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185933" indent="-128585" algn="l" defTabSz="514337" rtl="0" eaLnBrk="1" latinLnBrk="0" hangingPunct="1">
              <a:lnSpc>
                <a:spcPct val="90000"/>
              </a:lnSpc>
              <a:spcBef>
                <a:spcPts val="281"/>
              </a:spcBef>
              <a:buFont typeface="Arial" panose="020B0604020202020204" pitchFamily="34" charset="0"/>
              <a:buChar char="•"/>
              <a:defRPr sz="10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nl-NL" b="0" dirty="0">
              <a:latin typeface="Avenir Next Condensed" panose="020B0506020202020204" pitchFamily="34" charset="0"/>
            </a:endParaRPr>
          </a:p>
        </p:txBody>
      </p:sp>
      <p:sp>
        <p:nvSpPr>
          <p:cNvPr id="14" name="Titel 3">
            <a:extLst>
              <a:ext uri="{FF2B5EF4-FFF2-40B4-BE49-F238E27FC236}">
                <a16:creationId xmlns:a16="http://schemas.microsoft.com/office/drawing/2014/main" id="{EC02499B-46CD-108A-2197-D8330D602378}"/>
              </a:ext>
            </a:extLst>
          </p:cNvPr>
          <p:cNvSpPr txBox="1">
            <a:spLocks/>
          </p:cNvSpPr>
          <p:nvPr/>
        </p:nvSpPr>
        <p:spPr>
          <a:xfrm>
            <a:off x="783166" y="1125524"/>
            <a:ext cx="10515600" cy="1325563"/>
          </a:xfrm>
          <a:prstGeom prst="rect">
            <a:avLst/>
          </a:prstGeom>
        </p:spPr>
        <p:txBody>
          <a:bodyPr/>
          <a:lstStyle>
            <a:lvl1pPr algn="l" defTabSz="514337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nl-NL" sz="3200" b="1" kern="1200" cap="all" baseline="0" dirty="0">
                <a:solidFill>
                  <a:schemeClr val="tx2"/>
                </a:solidFill>
                <a:latin typeface="Avenir Next Condensed Medium" panose="020B0606020202020204" pitchFamily="34" charset="0"/>
                <a:ea typeface="+mj-ea"/>
                <a:cs typeface="Arial" panose="020B0604020202020204" pitchFamily="34" charset="0"/>
                <a:sym typeface="Avenir Next Condensed Demi Bold"/>
              </a:defRPr>
            </a:lvl1pPr>
          </a:lstStyle>
          <a:p>
            <a:r>
              <a:rPr lang="nl-NL" sz="3600" dirty="0"/>
              <a:t>Vandaag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A4A1AB37-A7A4-F073-DCC7-FF3AAFFF590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96950" y="2166554"/>
            <a:ext cx="10268458" cy="3153969"/>
          </a:xfrm>
          <a:prstGeom prst="rect">
            <a:avLst/>
          </a:prstGeom>
        </p:spPr>
      </p:pic>
      <p:sp>
        <p:nvSpPr>
          <p:cNvPr id="4" name="Tijdelijke aanduiding voor tekst 4">
            <a:extLst>
              <a:ext uri="{FF2B5EF4-FFF2-40B4-BE49-F238E27FC236}">
                <a16:creationId xmlns:a16="http://schemas.microsoft.com/office/drawing/2014/main" id="{2165931B-C7EC-382F-C7B2-A4C75E3BA960}"/>
              </a:ext>
            </a:extLst>
          </p:cNvPr>
          <p:cNvSpPr txBox="1">
            <a:spLocks/>
          </p:cNvSpPr>
          <p:nvPr/>
        </p:nvSpPr>
        <p:spPr>
          <a:xfrm>
            <a:off x="5943600" y="5216174"/>
            <a:ext cx="5568950" cy="27778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514337" rtl="0" eaLnBrk="1" latinLnBrk="0" hangingPunct="1">
              <a:lnSpc>
                <a:spcPct val="110000"/>
              </a:lnSpc>
              <a:spcBef>
                <a:spcPts val="0"/>
              </a:spcBef>
              <a:buFont typeface="Arial" panose="020B0604020202020204" pitchFamily="34" charset="0"/>
              <a:buNone/>
              <a:defRPr lang="en-GB" sz="2475" b="0" i="0" u="none" strike="noStrike" kern="1200" cap="all" spc="0" baseline="0" dirty="0">
                <a:ln>
                  <a:noFill/>
                </a:ln>
                <a:solidFill>
                  <a:schemeClr val="bg1"/>
                </a:solidFill>
                <a:uFillTx/>
                <a:latin typeface="Avenir Next Condensed Medium" panose="020B0606020202020204" pitchFamily="34" charset="0"/>
                <a:ea typeface="Avenir Next Condensed Medium" panose="020B0606020202020204" pitchFamily="34" charset="0"/>
                <a:cs typeface="Avenir Next Condensed Medium" panose="020B0606020202020204" pitchFamily="34" charset="0"/>
                <a:sym typeface="Avenir Next Condensed Medium"/>
              </a:defRPr>
            </a:lvl1pPr>
            <a:lvl2pPr marL="360000" indent="-180000" algn="l" defTabSz="514337" rtl="0" eaLnBrk="1" latinLnBrk="0" hangingPunct="1">
              <a:lnSpc>
                <a:spcPct val="110000"/>
              </a:lnSpc>
              <a:spcBef>
                <a:spcPts val="0"/>
              </a:spcBef>
              <a:buFont typeface="Arial" panose="020B0604020202020204" pitchFamily="34" charset="0"/>
              <a:buChar char="­"/>
              <a:defRPr sz="240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540000" indent="-180000" algn="l" defTabSz="514337" rtl="0" eaLnBrk="1" latinLnBrk="0" hangingPunct="1">
              <a:lnSpc>
                <a:spcPct val="11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720000" indent="-180000" algn="l" defTabSz="514337" rtl="0" eaLnBrk="1" latinLnBrk="0" hangingPunct="1">
              <a:lnSpc>
                <a:spcPct val="11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900000" indent="-180000" algn="l" defTabSz="514337" rtl="0" eaLnBrk="1" latinLnBrk="0" hangingPunct="1">
              <a:lnSpc>
                <a:spcPct val="11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1414427" indent="-128585" algn="l" defTabSz="514337" rtl="0" eaLnBrk="1" latinLnBrk="0" hangingPunct="1">
              <a:lnSpc>
                <a:spcPct val="90000"/>
              </a:lnSpc>
              <a:spcBef>
                <a:spcPts val="281"/>
              </a:spcBef>
              <a:buFont typeface="Arial" panose="020B0604020202020204" pitchFamily="34" charset="0"/>
              <a:buChar char="•"/>
              <a:defRPr sz="10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671596" indent="-128585" algn="l" defTabSz="514337" rtl="0" eaLnBrk="1" latinLnBrk="0" hangingPunct="1">
              <a:lnSpc>
                <a:spcPct val="90000"/>
              </a:lnSpc>
              <a:spcBef>
                <a:spcPts val="281"/>
              </a:spcBef>
              <a:buFont typeface="Arial" panose="020B0604020202020204" pitchFamily="34" charset="0"/>
              <a:buChar char="•"/>
              <a:defRPr sz="10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928765" indent="-128585" algn="l" defTabSz="514337" rtl="0" eaLnBrk="1" latinLnBrk="0" hangingPunct="1">
              <a:lnSpc>
                <a:spcPct val="90000"/>
              </a:lnSpc>
              <a:spcBef>
                <a:spcPts val="281"/>
              </a:spcBef>
              <a:buFont typeface="Arial" panose="020B0604020202020204" pitchFamily="34" charset="0"/>
              <a:buChar char="•"/>
              <a:defRPr sz="10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185933" indent="-128585" algn="l" defTabSz="514337" rtl="0" eaLnBrk="1" latinLnBrk="0" hangingPunct="1">
              <a:lnSpc>
                <a:spcPct val="90000"/>
              </a:lnSpc>
              <a:spcBef>
                <a:spcPts val="281"/>
              </a:spcBef>
              <a:buFont typeface="Arial" panose="020B0604020202020204" pitchFamily="34" charset="0"/>
              <a:buChar char="•"/>
              <a:defRPr sz="10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nl-NL" sz="1400">
                <a:solidFill>
                  <a:schemeClr val="bg1">
                    <a:lumMod val="85000"/>
                  </a:schemeClr>
                </a:solidFill>
              </a:rPr>
              <a:t>the design scribble; ‘fuzzy front-end’ of design (origin and author unknown)</a:t>
            </a:r>
          </a:p>
        </p:txBody>
      </p:sp>
    </p:spTree>
    <p:extLst>
      <p:ext uri="{BB962C8B-B14F-4D97-AF65-F5344CB8AC3E}">
        <p14:creationId xmlns:p14="http://schemas.microsoft.com/office/powerpoint/2010/main" val="32892583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000">
        <p:fade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FA89F6B-CE21-8B8F-88C2-5FFBEF352A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Afbeelding 2" descr="Afbeelding met licht, kerstboom, web, winter&#10;&#10;Door AI gegenereerde inhoud is mogelijk onjuist.">
            <a:extLst>
              <a:ext uri="{FF2B5EF4-FFF2-40B4-BE49-F238E27FC236}">
                <a16:creationId xmlns:a16="http://schemas.microsoft.com/office/drawing/2014/main" id="{4E21DA8E-4098-F1FA-949B-8B17AB60A7B6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alphaModFix amt="5000"/>
          </a:blip>
          <a:srcRect l="-1" t="190" r="77" b="1451"/>
          <a:stretch/>
        </p:blipFill>
        <p:spPr>
          <a:xfrm>
            <a:off x="-1" y="0"/>
            <a:ext cx="12192001" cy="6858000"/>
          </a:xfrm>
          <a:prstGeom prst="rect">
            <a:avLst/>
          </a:prstGeom>
          <a:solidFill>
            <a:schemeClr val="tx1"/>
          </a:solidFill>
          <a:effectLst>
            <a:outerShdw blurRad="50800" dist="50800" dir="5400000" algn="ctr" rotWithShape="0">
              <a:schemeClr val="tx1"/>
            </a:outerShdw>
          </a:effectLst>
        </p:spPr>
      </p:pic>
      <p:sp>
        <p:nvSpPr>
          <p:cNvPr id="8" name="Tijdelijke aanduiding voor tekst 6">
            <a:extLst>
              <a:ext uri="{FF2B5EF4-FFF2-40B4-BE49-F238E27FC236}">
                <a16:creationId xmlns:a16="http://schemas.microsoft.com/office/drawing/2014/main" id="{9AF6ADD7-3BB4-17EB-5453-E804DE4177E4}"/>
              </a:ext>
            </a:extLst>
          </p:cNvPr>
          <p:cNvSpPr txBox="1">
            <a:spLocks/>
          </p:cNvSpPr>
          <p:nvPr/>
        </p:nvSpPr>
        <p:spPr>
          <a:xfrm>
            <a:off x="893234" y="3043340"/>
            <a:ext cx="10452100" cy="100965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514337" rtl="0" eaLnBrk="1" latinLnBrk="0" hangingPunct="1">
              <a:lnSpc>
                <a:spcPct val="80000"/>
              </a:lnSpc>
              <a:spcBef>
                <a:spcPts val="0"/>
              </a:spcBef>
              <a:buFont typeface="Arial" panose="020B0604020202020204" pitchFamily="34" charset="0"/>
              <a:buNone/>
              <a:defRPr sz="6750" b="1" kern="1200" cap="all" baseline="0">
                <a:solidFill>
                  <a:schemeClr val="bg1"/>
                </a:solidFill>
                <a:latin typeface="Avenir Next Condensed Medium" panose="020B0606020202020204" pitchFamily="34" charset="0"/>
                <a:ea typeface="+mn-ea"/>
                <a:cs typeface="Arial" panose="020B0604020202020204" pitchFamily="34" charset="0"/>
              </a:defRPr>
            </a:lvl1pPr>
            <a:lvl2pPr marL="360000" indent="-180000" algn="l" defTabSz="514337" rtl="0" eaLnBrk="1" latinLnBrk="0" hangingPunct="1">
              <a:lnSpc>
                <a:spcPct val="110000"/>
              </a:lnSpc>
              <a:spcBef>
                <a:spcPts val="0"/>
              </a:spcBef>
              <a:buFont typeface="Arial" panose="020B0604020202020204" pitchFamily="34" charset="0"/>
              <a:buChar char="­"/>
              <a:defRPr sz="240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540000" indent="-180000" algn="l" defTabSz="514337" rtl="0" eaLnBrk="1" latinLnBrk="0" hangingPunct="1">
              <a:lnSpc>
                <a:spcPct val="11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720000" indent="-180000" algn="l" defTabSz="514337" rtl="0" eaLnBrk="1" latinLnBrk="0" hangingPunct="1">
              <a:lnSpc>
                <a:spcPct val="11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900000" indent="-180000" algn="l" defTabSz="514337" rtl="0" eaLnBrk="1" latinLnBrk="0" hangingPunct="1">
              <a:lnSpc>
                <a:spcPct val="11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1414427" indent="-128585" algn="l" defTabSz="514337" rtl="0" eaLnBrk="1" latinLnBrk="0" hangingPunct="1">
              <a:lnSpc>
                <a:spcPct val="90000"/>
              </a:lnSpc>
              <a:spcBef>
                <a:spcPts val="281"/>
              </a:spcBef>
              <a:buFont typeface="Arial" panose="020B0604020202020204" pitchFamily="34" charset="0"/>
              <a:buChar char="•"/>
              <a:defRPr sz="10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671596" indent="-128585" algn="l" defTabSz="514337" rtl="0" eaLnBrk="1" latinLnBrk="0" hangingPunct="1">
              <a:lnSpc>
                <a:spcPct val="90000"/>
              </a:lnSpc>
              <a:spcBef>
                <a:spcPts val="281"/>
              </a:spcBef>
              <a:buFont typeface="Arial" panose="020B0604020202020204" pitchFamily="34" charset="0"/>
              <a:buChar char="•"/>
              <a:defRPr sz="10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928765" indent="-128585" algn="l" defTabSz="514337" rtl="0" eaLnBrk="1" latinLnBrk="0" hangingPunct="1">
              <a:lnSpc>
                <a:spcPct val="90000"/>
              </a:lnSpc>
              <a:spcBef>
                <a:spcPts val="281"/>
              </a:spcBef>
              <a:buFont typeface="Arial" panose="020B0604020202020204" pitchFamily="34" charset="0"/>
              <a:buChar char="•"/>
              <a:defRPr sz="10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185933" indent="-128585" algn="l" defTabSz="514337" rtl="0" eaLnBrk="1" latinLnBrk="0" hangingPunct="1">
              <a:lnSpc>
                <a:spcPct val="90000"/>
              </a:lnSpc>
              <a:spcBef>
                <a:spcPts val="281"/>
              </a:spcBef>
              <a:buFont typeface="Arial" panose="020B0604020202020204" pitchFamily="34" charset="0"/>
              <a:buChar char="•"/>
              <a:defRPr sz="10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nl-NL" b="0" dirty="0">
              <a:latin typeface="Avenir Next Condensed" panose="020B0506020202020204" pitchFamily="34" charset="0"/>
            </a:endParaRP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511BBFDF-3D22-4E25-8A1A-CFFE852536A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96950" y="2166554"/>
            <a:ext cx="10268458" cy="3153969"/>
          </a:xfrm>
          <a:prstGeom prst="rect">
            <a:avLst/>
          </a:prstGeom>
        </p:spPr>
      </p:pic>
      <p:sp>
        <p:nvSpPr>
          <p:cNvPr id="4" name="Tijdelijke aanduiding voor tekst 4">
            <a:extLst>
              <a:ext uri="{FF2B5EF4-FFF2-40B4-BE49-F238E27FC236}">
                <a16:creationId xmlns:a16="http://schemas.microsoft.com/office/drawing/2014/main" id="{28D37F18-7B3C-1D7A-6522-94B168476717}"/>
              </a:ext>
            </a:extLst>
          </p:cNvPr>
          <p:cNvSpPr txBox="1">
            <a:spLocks/>
          </p:cNvSpPr>
          <p:nvPr/>
        </p:nvSpPr>
        <p:spPr>
          <a:xfrm>
            <a:off x="5943600" y="5216174"/>
            <a:ext cx="5568950" cy="27778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514337" rtl="0" eaLnBrk="1" latinLnBrk="0" hangingPunct="1">
              <a:lnSpc>
                <a:spcPct val="110000"/>
              </a:lnSpc>
              <a:spcBef>
                <a:spcPts val="0"/>
              </a:spcBef>
              <a:buFont typeface="Arial" panose="020B0604020202020204" pitchFamily="34" charset="0"/>
              <a:buNone/>
              <a:defRPr lang="en-GB" sz="2475" b="0" i="0" u="none" strike="noStrike" kern="1200" cap="all" spc="0" baseline="0" dirty="0">
                <a:ln>
                  <a:noFill/>
                </a:ln>
                <a:solidFill>
                  <a:schemeClr val="bg1"/>
                </a:solidFill>
                <a:uFillTx/>
                <a:latin typeface="Avenir Next Condensed Medium" panose="020B0606020202020204" pitchFamily="34" charset="0"/>
                <a:ea typeface="Avenir Next Condensed Medium" panose="020B0606020202020204" pitchFamily="34" charset="0"/>
                <a:cs typeface="Avenir Next Condensed Medium" panose="020B0606020202020204" pitchFamily="34" charset="0"/>
                <a:sym typeface="Avenir Next Condensed Medium"/>
              </a:defRPr>
            </a:lvl1pPr>
            <a:lvl2pPr marL="360000" indent="-180000" algn="l" defTabSz="514337" rtl="0" eaLnBrk="1" latinLnBrk="0" hangingPunct="1">
              <a:lnSpc>
                <a:spcPct val="110000"/>
              </a:lnSpc>
              <a:spcBef>
                <a:spcPts val="0"/>
              </a:spcBef>
              <a:buFont typeface="Arial" panose="020B0604020202020204" pitchFamily="34" charset="0"/>
              <a:buChar char="­"/>
              <a:defRPr sz="240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540000" indent="-180000" algn="l" defTabSz="514337" rtl="0" eaLnBrk="1" latinLnBrk="0" hangingPunct="1">
              <a:lnSpc>
                <a:spcPct val="11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720000" indent="-180000" algn="l" defTabSz="514337" rtl="0" eaLnBrk="1" latinLnBrk="0" hangingPunct="1">
              <a:lnSpc>
                <a:spcPct val="11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900000" indent="-180000" algn="l" defTabSz="514337" rtl="0" eaLnBrk="1" latinLnBrk="0" hangingPunct="1">
              <a:lnSpc>
                <a:spcPct val="11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1414427" indent="-128585" algn="l" defTabSz="514337" rtl="0" eaLnBrk="1" latinLnBrk="0" hangingPunct="1">
              <a:lnSpc>
                <a:spcPct val="90000"/>
              </a:lnSpc>
              <a:spcBef>
                <a:spcPts val="281"/>
              </a:spcBef>
              <a:buFont typeface="Arial" panose="020B0604020202020204" pitchFamily="34" charset="0"/>
              <a:buChar char="•"/>
              <a:defRPr sz="10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671596" indent="-128585" algn="l" defTabSz="514337" rtl="0" eaLnBrk="1" latinLnBrk="0" hangingPunct="1">
              <a:lnSpc>
                <a:spcPct val="90000"/>
              </a:lnSpc>
              <a:spcBef>
                <a:spcPts val="281"/>
              </a:spcBef>
              <a:buFont typeface="Arial" panose="020B0604020202020204" pitchFamily="34" charset="0"/>
              <a:buChar char="•"/>
              <a:defRPr sz="10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928765" indent="-128585" algn="l" defTabSz="514337" rtl="0" eaLnBrk="1" latinLnBrk="0" hangingPunct="1">
              <a:lnSpc>
                <a:spcPct val="90000"/>
              </a:lnSpc>
              <a:spcBef>
                <a:spcPts val="281"/>
              </a:spcBef>
              <a:buFont typeface="Arial" panose="020B0604020202020204" pitchFamily="34" charset="0"/>
              <a:buChar char="•"/>
              <a:defRPr sz="10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185933" indent="-128585" algn="l" defTabSz="514337" rtl="0" eaLnBrk="1" latinLnBrk="0" hangingPunct="1">
              <a:lnSpc>
                <a:spcPct val="90000"/>
              </a:lnSpc>
              <a:spcBef>
                <a:spcPts val="281"/>
              </a:spcBef>
              <a:buFont typeface="Arial" panose="020B0604020202020204" pitchFamily="34" charset="0"/>
              <a:buChar char="•"/>
              <a:defRPr sz="10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nl-NL" sz="1400">
                <a:solidFill>
                  <a:schemeClr val="bg1">
                    <a:lumMod val="85000"/>
                  </a:schemeClr>
                </a:solidFill>
              </a:rPr>
              <a:t>the design scribble; ‘fuzzy front-end’ of design (origin and author unknown)</a:t>
            </a:r>
          </a:p>
        </p:txBody>
      </p:sp>
      <p:pic>
        <p:nvPicPr>
          <p:cNvPr id="7" name="Afbeelding 6">
            <a:extLst>
              <a:ext uri="{FF2B5EF4-FFF2-40B4-BE49-F238E27FC236}">
                <a16:creationId xmlns:a16="http://schemas.microsoft.com/office/drawing/2014/main" id="{1C978729-A2E1-A4E0-A43C-3E088814D3EA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1615820" y="2401774"/>
            <a:ext cx="9419667" cy="2400515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9030840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000">
        <p:fade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10A598A-FD2F-40C0-7430-3C3FF2B5B2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Aanpak: Lineair  versus Agile</a:t>
            </a:r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8E0FF52E-8261-1040-C0AE-06F793E242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CE7509-F60A-4509-9491-CD4ED7B54EDD}" type="slidenum">
              <a:rPr lang="nl-NL" smtClean="0"/>
              <a:pPr/>
              <a:t>5</a:t>
            </a:fld>
            <a:endParaRPr lang="nl-NL"/>
          </a:p>
        </p:txBody>
      </p:sp>
      <p:pic>
        <p:nvPicPr>
          <p:cNvPr id="1026" name="Picture 2" descr="Stacey Matrix: de uitleg en toepassing - Toolshero">
            <a:extLst>
              <a:ext uri="{FF2B5EF4-FFF2-40B4-BE49-F238E27FC236}">
                <a16:creationId xmlns:a16="http://schemas.microsoft.com/office/drawing/2014/main" id="{B4EF8D62-3DFE-A047-BCF5-8EA089FF929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595" t="17906" r="21102" b="5459"/>
          <a:stretch>
            <a:fillRect/>
          </a:stretch>
        </p:blipFill>
        <p:spPr bwMode="auto">
          <a:xfrm>
            <a:off x="3086099" y="1910444"/>
            <a:ext cx="4500564" cy="44321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353864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000">
        <p:fade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9E9E65D-7549-C0E2-0250-159D1C96B5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Design sprints; waarom? </a:t>
            </a:r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47B98343-3688-2DDA-545B-01796D657AD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 marL="0" indent="0">
              <a:buNone/>
            </a:pPr>
            <a:r>
              <a:rPr lang="nl-NL" sz="3200" b="1" dirty="0">
                <a:solidFill>
                  <a:srgbClr val="FFFFFF"/>
                </a:solidFill>
                <a:sym typeface="Wingdings" pitchFamily="2" charset="2"/>
              </a:rPr>
              <a:t> </a:t>
            </a:r>
            <a:r>
              <a:rPr lang="nl-NL" b="1" i="1" dirty="0">
                <a:solidFill>
                  <a:srgbClr val="FFFFFF"/>
                </a:solidFill>
              </a:rPr>
              <a:t>“We willen iets doen met technologie X ”</a:t>
            </a:r>
            <a:endParaRPr lang="nl-NL" b="1" dirty="0">
              <a:solidFill>
                <a:srgbClr val="FFFFFF"/>
              </a:solidFill>
            </a:endParaRPr>
          </a:p>
          <a:p>
            <a:endParaRPr lang="nl-NL" b="1" dirty="0">
              <a:solidFill>
                <a:srgbClr val="FFFFFF"/>
              </a:solidFill>
            </a:endParaRPr>
          </a:p>
          <a:p>
            <a:pPr marL="0" indent="0">
              <a:buNone/>
            </a:pPr>
            <a:r>
              <a:rPr lang="nl-NL" sz="3200" b="1" dirty="0">
                <a:solidFill>
                  <a:srgbClr val="FFFFFF"/>
                </a:solidFill>
                <a:sym typeface="Wingdings" pitchFamily="2" charset="2"/>
              </a:rPr>
              <a:t></a:t>
            </a:r>
            <a:r>
              <a:rPr lang="nl-NL" b="1" i="1" dirty="0">
                <a:solidFill>
                  <a:srgbClr val="FFFFFF"/>
                </a:solidFill>
              </a:rPr>
              <a:t>“Hoe kunnen we Virtual </a:t>
            </a:r>
            <a:r>
              <a:rPr lang="nl-NL" b="1" i="1" dirty="0" err="1">
                <a:solidFill>
                  <a:srgbClr val="FFFFFF"/>
                </a:solidFill>
              </a:rPr>
              <a:t>Reality</a:t>
            </a:r>
            <a:r>
              <a:rPr lang="nl-NL" b="1" i="1" dirty="0">
                <a:solidFill>
                  <a:srgbClr val="FFFFFF"/>
                </a:solidFill>
              </a:rPr>
              <a:t> technologie inzetten om </a:t>
            </a:r>
            <a:r>
              <a:rPr lang="nl-NL" b="1" i="1" dirty="0" err="1">
                <a:solidFill>
                  <a:srgbClr val="FFFFFF"/>
                </a:solidFill>
              </a:rPr>
              <a:t>vaktherapie</a:t>
            </a:r>
            <a:r>
              <a:rPr lang="nl-NL" b="1" i="1" dirty="0">
                <a:solidFill>
                  <a:srgbClr val="FFFFFF"/>
                </a:solidFill>
              </a:rPr>
              <a:t> effectiever en breder inzetbaar te maken?” </a:t>
            </a:r>
          </a:p>
          <a:p>
            <a:pPr marL="0" indent="0">
              <a:buNone/>
            </a:pPr>
            <a:endParaRPr lang="nl-NL" b="1" i="1" dirty="0">
              <a:solidFill>
                <a:srgbClr val="FFFFFF"/>
              </a:solidFill>
            </a:endParaRPr>
          </a:p>
          <a:p>
            <a:pPr marL="0" indent="0">
              <a:buNone/>
            </a:pPr>
            <a:r>
              <a:rPr lang="nl-NL" sz="3200" b="1" dirty="0">
                <a:solidFill>
                  <a:srgbClr val="FFFFFF"/>
                </a:solidFill>
                <a:sym typeface="Wingdings" pitchFamily="2" charset="2"/>
              </a:rPr>
              <a:t></a:t>
            </a:r>
            <a:r>
              <a:rPr lang="nl-NL" b="1" i="1" dirty="0">
                <a:solidFill>
                  <a:srgbClr val="FFFFFF"/>
                </a:solidFill>
                <a:sym typeface="Wingdings" pitchFamily="2" charset="2"/>
              </a:rPr>
              <a:t> “Hoe kan je jongeren met een LVB makkelijker en sneller informeren over activiteiten en nieuwsberichten binnen en rondom een instelling?”</a:t>
            </a:r>
            <a:endParaRPr lang="nl-NL" b="1" dirty="0">
              <a:solidFill>
                <a:srgbClr val="FFFFFF"/>
              </a:solidFill>
            </a:endParaRPr>
          </a:p>
          <a:p>
            <a:endParaRPr lang="nl-NL" dirty="0"/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E7552210-32C9-8E76-82D2-A0EC6F6E1B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CE7509-F60A-4509-9491-CD4ED7B54EDD}" type="slidenum">
              <a:rPr lang="nl-NL" smtClean="0"/>
              <a:pPr/>
              <a:t>6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4331347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000">
        <p:fade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387CB3D-FF56-BE93-93CC-A71566DECC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Design Sprints; waarom?</a:t>
            </a:r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FF05CAFF-A95E-DBC6-E3AB-5A48EA1EEE7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 marL="0" indent="0">
              <a:buNone/>
            </a:pPr>
            <a:r>
              <a:rPr lang="nl-NL" dirty="0">
                <a:solidFill>
                  <a:schemeClr val="bg1">
                    <a:lumMod val="85000"/>
                  </a:schemeClr>
                </a:solidFill>
              </a:rPr>
              <a:t>Ontdek </a:t>
            </a:r>
            <a:r>
              <a:rPr lang="nl-NL" b="1" dirty="0"/>
              <a:t>latente / impliciete </a:t>
            </a:r>
            <a:r>
              <a:rPr lang="nl-NL" dirty="0">
                <a:solidFill>
                  <a:schemeClr val="bg1">
                    <a:lumMod val="85000"/>
                  </a:schemeClr>
                </a:solidFill>
              </a:rPr>
              <a:t>kennis</a:t>
            </a:r>
          </a:p>
          <a:p>
            <a:pPr marL="0" indent="0">
              <a:buNone/>
            </a:pPr>
            <a:endParaRPr lang="nl-NL" dirty="0">
              <a:solidFill>
                <a:schemeClr val="bg1">
                  <a:lumMod val="85000"/>
                </a:schemeClr>
              </a:solidFill>
            </a:endParaRPr>
          </a:p>
          <a:p>
            <a:pPr marL="0" indent="0">
              <a:buNone/>
            </a:pPr>
            <a:r>
              <a:rPr lang="nl-NL" dirty="0">
                <a:solidFill>
                  <a:schemeClr val="bg1">
                    <a:lumMod val="85000"/>
                  </a:schemeClr>
                </a:solidFill>
              </a:rPr>
              <a:t>Houd de stakeholders betrokken!</a:t>
            </a:r>
          </a:p>
          <a:p>
            <a:endParaRPr lang="nl-NL" dirty="0"/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83F317C1-1E2C-F659-922E-3B20A315EE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CE7509-F60A-4509-9491-CD4ED7B54EDD}" type="slidenum">
              <a:rPr lang="nl-NL" smtClean="0"/>
              <a:pPr/>
              <a:t>7</a:t>
            </a:fld>
            <a:endParaRPr lang="nl-NL"/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5A59B6F3-2BB1-ED22-FE48-A5D290A69165}"/>
              </a:ext>
            </a:extLst>
          </p:cNvPr>
          <p:cNvSpPr/>
          <p:nvPr/>
        </p:nvSpPr>
        <p:spPr>
          <a:xfrm>
            <a:off x="6364037" y="45418"/>
            <a:ext cx="794334" cy="6827882"/>
          </a:xfrm>
          <a:prstGeom prst="rect">
            <a:avLst/>
          </a:prstGeom>
          <a:gradFill>
            <a:gsLst>
              <a:gs pos="0">
                <a:schemeClr val="tx1"/>
              </a:gs>
              <a:gs pos="100000">
                <a:schemeClr val="tx1">
                  <a:alpha val="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793712B8-9B2E-77D6-5E14-F854573C7321}"/>
              </a:ext>
            </a:extLst>
          </p:cNvPr>
          <p:cNvSpPr/>
          <p:nvPr/>
        </p:nvSpPr>
        <p:spPr>
          <a:xfrm rot="10800000">
            <a:off x="9135797" y="36175"/>
            <a:ext cx="794334" cy="6827882"/>
          </a:xfrm>
          <a:prstGeom prst="rect">
            <a:avLst/>
          </a:prstGeom>
          <a:gradFill>
            <a:gsLst>
              <a:gs pos="0">
                <a:schemeClr val="tx1"/>
              </a:gs>
              <a:gs pos="100000">
                <a:schemeClr val="tx1">
                  <a:alpha val="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pic>
        <p:nvPicPr>
          <p:cNvPr id="7" name="Picture 2">
            <a:extLst>
              <a:ext uri="{FF2B5EF4-FFF2-40B4-BE49-F238E27FC236}">
                <a16:creationId xmlns:a16="http://schemas.microsoft.com/office/drawing/2014/main" id="{2497AEEB-3329-4581-AF01-341AFE995EA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64036" y="6056"/>
            <a:ext cx="3566094" cy="6827882"/>
          </a:xfrm>
          <a:prstGeom prst="rect">
            <a:avLst/>
          </a:prstGeom>
          <a:noFill/>
          <a:effectLst>
            <a:innerShdw blurRad="1270000" dist="463876" dir="5280000">
              <a:prstClr val="black"/>
            </a:inn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093016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000">
        <p:fade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824C11E-BB5F-A5C0-6E11-B0AF872AC6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Design Sprints; hoe?</a:t>
            </a:r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8CEA66FD-2671-099B-317B-636B6DF8CF2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BB9943B9-1DA1-C3BD-F351-5406F35B83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CE7509-F60A-4509-9491-CD4ED7B54EDD}" type="slidenum">
              <a:rPr lang="nl-NL" smtClean="0"/>
              <a:pPr/>
              <a:t>8</a:t>
            </a:fld>
            <a:endParaRPr lang="nl-NL"/>
          </a:p>
        </p:txBody>
      </p:sp>
      <p:sp>
        <p:nvSpPr>
          <p:cNvPr id="5" name="Tijdelijke aanduiding voor tekst 4">
            <a:extLst>
              <a:ext uri="{FF2B5EF4-FFF2-40B4-BE49-F238E27FC236}">
                <a16:creationId xmlns:a16="http://schemas.microsoft.com/office/drawing/2014/main" id="{33EA2BA3-7E25-B7C1-AE0D-0A5FE49CE023}"/>
              </a:ext>
            </a:extLst>
          </p:cNvPr>
          <p:cNvSpPr txBox="1">
            <a:spLocks/>
          </p:cNvSpPr>
          <p:nvPr/>
        </p:nvSpPr>
        <p:spPr>
          <a:xfrm>
            <a:off x="838200" y="1955306"/>
            <a:ext cx="9078686" cy="70870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80000" indent="-180000" algn="l" defTabSz="514337" rtl="0" eaLnBrk="1" latinLnBrk="0" hangingPunct="1">
              <a:lnSpc>
                <a:spcPct val="11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360000" indent="-180000" algn="l" defTabSz="514337" rtl="0" eaLnBrk="1" latinLnBrk="0" hangingPunct="1">
              <a:lnSpc>
                <a:spcPct val="110000"/>
              </a:lnSpc>
              <a:spcBef>
                <a:spcPts val="0"/>
              </a:spcBef>
              <a:buFont typeface="Arial" panose="020B0604020202020204" pitchFamily="34" charset="0"/>
              <a:buChar char="­"/>
              <a:defRPr sz="240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540000" indent="-180000" algn="l" defTabSz="514337" rtl="0" eaLnBrk="1" latinLnBrk="0" hangingPunct="1">
              <a:lnSpc>
                <a:spcPct val="11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720000" indent="-180000" algn="l" defTabSz="514337" rtl="0" eaLnBrk="1" latinLnBrk="0" hangingPunct="1">
              <a:lnSpc>
                <a:spcPct val="11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900000" indent="-180000" algn="l" defTabSz="514337" rtl="0" eaLnBrk="1" latinLnBrk="0" hangingPunct="1">
              <a:lnSpc>
                <a:spcPct val="11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1414427" indent="-128585" algn="l" defTabSz="514337" rtl="0" eaLnBrk="1" latinLnBrk="0" hangingPunct="1">
              <a:lnSpc>
                <a:spcPct val="90000"/>
              </a:lnSpc>
              <a:spcBef>
                <a:spcPts val="281"/>
              </a:spcBef>
              <a:buFont typeface="Arial" panose="020B0604020202020204" pitchFamily="34" charset="0"/>
              <a:buChar char="•"/>
              <a:defRPr sz="10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671596" indent="-128585" algn="l" defTabSz="514337" rtl="0" eaLnBrk="1" latinLnBrk="0" hangingPunct="1">
              <a:lnSpc>
                <a:spcPct val="90000"/>
              </a:lnSpc>
              <a:spcBef>
                <a:spcPts val="281"/>
              </a:spcBef>
              <a:buFont typeface="Arial" panose="020B0604020202020204" pitchFamily="34" charset="0"/>
              <a:buChar char="•"/>
              <a:defRPr sz="10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928765" indent="-128585" algn="l" defTabSz="514337" rtl="0" eaLnBrk="1" latinLnBrk="0" hangingPunct="1">
              <a:lnSpc>
                <a:spcPct val="90000"/>
              </a:lnSpc>
              <a:spcBef>
                <a:spcPts val="281"/>
              </a:spcBef>
              <a:buFont typeface="Arial" panose="020B0604020202020204" pitchFamily="34" charset="0"/>
              <a:buChar char="•"/>
              <a:defRPr sz="10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185933" indent="-128585" algn="l" defTabSz="514337" rtl="0" eaLnBrk="1" latinLnBrk="0" hangingPunct="1">
              <a:lnSpc>
                <a:spcPct val="90000"/>
              </a:lnSpc>
              <a:spcBef>
                <a:spcPts val="281"/>
              </a:spcBef>
              <a:buFont typeface="Arial" panose="020B0604020202020204" pitchFamily="34" charset="0"/>
              <a:buChar char="•"/>
              <a:defRPr sz="10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GB" i="1">
                <a:solidFill>
                  <a:schemeClr val="bg1">
                    <a:lumMod val="85000"/>
                  </a:schemeClr>
                </a:solidFill>
              </a:rPr>
              <a:t>Kern</a:t>
            </a:r>
            <a:r>
              <a:rPr lang="nl-NL" i="1">
                <a:solidFill>
                  <a:schemeClr val="bg1">
                    <a:lumMod val="85000"/>
                  </a:schemeClr>
                </a:solidFill>
              </a:rPr>
              <a:t>eigenschappen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GB">
              <a:solidFill>
                <a:schemeClr val="bg1">
                  <a:lumMod val="85000"/>
                </a:schemeClr>
              </a:solidFill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nl-NL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6" name="Tekstvak 5">
            <a:extLst>
              <a:ext uri="{FF2B5EF4-FFF2-40B4-BE49-F238E27FC236}">
                <a16:creationId xmlns:a16="http://schemas.microsoft.com/office/drawing/2014/main" id="{CFECCF90-1A12-C8A7-2842-1A3808046633}"/>
              </a:ext>
            </a:extLst>
          </p:cNvPr>
          <p:cNvSpPr txBox="1"/>
          <p:nvPr/>
        </p:nvSpPr>
        <p:spPr>
          <a:xfrm>
            <a:off x="936171" y="2664011"/>
            <a:ext cx="780505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nl-NL" b="0" i="0" dirty="0">
                <a:solidFill>
                  <a:srgbClr val="FFFFFF"/>
                </a:solidFill>
                <a:effectLst/>
                <a:latin typeface="Roboto" panose="02000000000000000000" pitchFamily="2" charset="0"/>
              </a:rPr>
              <a:t>3 ontwerp-/ontwikkelingscycli</a:t>
            </a:r>
            <a:endParaRPr lang="nl-NL" sz="1400" b="0" i="0" dirty="0">
              <a:solidFill>
                <a:srgbClr val="FFFFFF"/>
              </a:solidFill>
              <a:effectLst/>
              <a:latin typeface="Roboto" panose="02000000000000000000" pitchFamily="2" charset="0"/>
            </a:endParaRPr>
          </a:p>
        </p:txBody>
      </p:sp>
      <p:sp>
        <p:nvSpPr>
          <p:cNvPr id="7" name="Tekstvak 6">
            <a:extLst>
              <a:ext uri="{FF2B5EF4-FFF2-40B4-BE49-F238E27FC236}">
                <a16:creationId xmlns:a16="http://schemas.microsoft.com/office/drawing/2014/main" id="{0E69772B-CE9A-9659-038E-C2DE2518D4FA}"/>
              </a:ext>
            </a:extLst>
          </p:cNvPr>
          <p:cNvSpPr txBox="1"/>
          <p:nvPr/>
        </p:nvSpPr>
        <p:spPr>
          <a:xfrm>
            <a:off x="936171" y="3356620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nl-NL" b="1">
                <a:solidFill>
                  <a:srgbClr val="FFFFFF"/>
                </a:solidFill>
              </a:rPr>
              <a:t>Iteratief</a:t>
            </a:r>
            <a:r>
              <a:rPr lang="en-GB">
                <a:solidFill>
                  <a:srgbClr val="FFFFFF"/>
                </a:solidFill>
              </a:rPr>
              <a:t>, maar </a:t>
            </a:r>
            <a:r>
              <a:rPr lang="nl-NL">
                <a:solidFill>
                  <a:srgbClr val="FFFFFF"/>
                </a:solidFill>
              </a:rPr>
              <a:t>niet echt?</a:t>
            </a:r>
          </a:p>
        </p:txBody>
      </p:sp>
      <p:sp>
        <p:nvSpPr>
          <p:cNvPr id="8" name="Tekstvak 7">
            <a:extLst>
              <a:ext uri="{FF2B5EF4-FFF2-40B4-BE49-F238E27FC236}">
                <a16:creationId xmlns:a16="http://schemas.microsoft.com/office/drawing/2014/main" id="{ED6E26E3-2781-0771-3C72-696016C8A42A}"/>
              </a:ext>
            </a:extLst>
          </p:cNvPr>
          <p:cNvSpPr txBox="1"/>
          <p:nvPr/>
        </p:nvSpPr>
        <p:spPr>
          <a:xfrm>
            <a:off x="936171" y="3863454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>
                <a:solidFill>
                  <a:srgbClr val="FFFFFF"/>
                </a:solidFill>
              </a:rPr>
              <a:t>Wees </a:t>
            </a:r>
            <a:r>
              <a:rPr lang="nl-NL">
                <a:solidFill>
                  <a:srgbClr val="FFFFFF"/>
                </a:solidFill>
              </a:rPr>
              <a:t>voorbereid</a:t>
            </a:r>
            <a:r>
              <a:rPr lang="en-GB">
                <a:solidFill>
                  <a:srgbClr val="FFFFFF"/>
                </a:solidFill>
              </a:rPr>
              <a:t> op </a:t>
            </a:r>
            <a:r>
              <a:rPr lang="nl-NL">
                <a:solidFill>
                  <a:srgbClr val="FFFFFF"/>
                </a:solidFill>
              </a:rPr>
              <a:t>mislukkingen</a:t>
            </a:r>
          </a:p>
        </p:txBody>
      </p:sp>
      <p:sp>
        <p:nvSpPr>
          <p:cNvPr id="9" name="Tekstvak 8">
            <a:extLst>
              <a:ext uri="{FF2B5EF4-FFF2-40B4-BE49-F238E27FC236}">
                <a16:creationId xmlns:a16="http://schemas.microsoft.com/office/drawing/2014/main" id="{1338CD7B-3446-3CEB-0412-EA3C725113D4}"/>
              </a:ext>
            </a:extLst>
          </p:cNvPr>
          <p:cNvSpPr txBox="1"/>
          <p:nvPr/>
        </p:nvSpPr>
        <p:spPr>
          <a:xfrm>
            <a:off x="936171" y="4358436"/>
            <a:ext cx="60960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err="1">
                <a:solidFill>
                  <a:srgbClr val="FFFFFF"/>
                </a:solidFill>
              </a:rPr>
              <a:t>Resultaat</a:t>
            </a:r>
            <a:r>
              <a:rPr lang="en-GB">
                <a:solidFill>
                  <a:srgbClr val="FFFFFF"/>
                </a:solidFill>
              </a:rPr>
              <a:t> </a:t>
            </a:r>
            <a:r>
              <a:rPr lang="nl-NL">
                <a:solidFill>
                  <a:srgbClr val="FFFFFF"/>
                </a:solidFill>
              </a:rPr>
              <a:t>bestaat</a:t>
            </a:r>
            <a:r>
              <a:rPr lang="en-GB">
                <a:solidFill>
                  <a:srgbClr val="FFFFFF"/>
                </a:solidFill>
              </a:rPr>
              <a:t> uit </a:t>
            </a:r>
            <a:r>
              <a:rPr lang="en-GB" err="1">
                <a:solidFill>
                  <a:srgbClr val="FFFFFF"/>
                </a:solidFill>
              </a:rPr>
              <a:t>een</a:t>
            </a:r>
            <a:r>
              <a:rPr lang="en-GB">
                <a:solidFill>
                  <a:srgbClr val="FFFFFF"/>
                </a:solidFill>
              </a:rPr>
              <a:t> </a:t>
            </a:r>
            <a:r>
              <a:rPr lang="en-GB" err="1">
                <a:solidFill>
                  <a:srgbClr val="FFFFFF"/>
                </a:solidFill>
              </a:rPr>
              <a:t>opnieuw</a:t>
            </a:r>
            <a:r>
              <a:rPr lang="en-GB">
                <a:solidFill>
                  <a:srgbClr val="FFFFFF"/>
                </a:solidFill>
              </a:rPr>
              <a:t> </a:t>
            </a:r>
            <a:r>
              <a:rPr lang="en-GB" err="1">
                <a:solidFill>
                  <a:srgbClr val="FFFFFF"/>
                </a:solidFill>
              </a:rPr>
              <a:t>geformuleerde</a:t>
            </a:r>
            <a:r>
              <a:rPr lang="en-GB">
                <a:solidFill>
                  <a:srgbClr val="FFFFFF"/>
                </a:solidFill>
              </a:rPr>
              <a:t> </a:t>
            </a:r>
            <a:r>
              <a:rPr lang="en-GB" b="1">
                <a:solidFill>
                  <a:srgbClr val="FFFFFF"/>
                </a:solidFill>
              </a:rPr>
              <a:t>focus en </a:t>
            </a:r>
            <a:r>
              <a:rPr lang="en-GB" b="1" err="1">
                <a:solidFill>
                  <a:srgbClr val="FFFFFF"/>
                </a:solidFill>
              </a:rPr>
              <a:t>ontwerpeisen</a:t>
            </a:r>
            <a:r>
              <a:rPr lang="en-GB">
                <a:solidFill>
                  <a:srgbClr val="FFFFFF"/>
                </a:solidFill>
              </a:rPr>
              <a:t>, en </a:t>
            </a:r>
            <a:r>
              <a:rPr lang="en-GB" err="1">
                <a:solidFill>
                  <a:srgbClr val="FFFFFF"/>
                </a:solidFill>
              </a:rPr>
              <a:t>niet</a:t>
            </a:r>
            <a:r>
              <a:rPr lang="en-GB">
                <a:solidFill>
                  <a:srgbClr val="FFFFFF"/>
                </a:solidFill>
              </a:rPr>
              <a:t> uit </a:t>
            </a:r>
            <a:r>
              <a:rPr lang="nl-NL">
                <a:solidFill>
                  <a:srgbClr val="FFFFFF"/>
                </a:solidFill>
              </a:rPr>
              <a:t>kant-en-klare-oplossingen</a:t>
            </a:r>
            <a:r>
              <a:rPr lang="en-GB">
                <a:solidFill>
                  <a:srgbClr val="FFFFFF"/>
                </a:solidFill>
              </a:rPr>
              <a:t> of </a:t>
            </a:r>
            <a:r>
              <a:rPr lang="en-GB" err="1">
                <a:solidFill>
                  <a:srgbClr val="FFFFFF"/>
                </a:solidFill>
              </a:rPr>
              <a:t>eindproducten</a:t>
            </a:r>
            <a:r>
              <a:rPr lang="en-GB">
                <a:solidFill>
                  <a:srgbClr val="FFFFFF"/>
                </a:solidFill>
              </a:rPr>
              <a:t>.</a:t>
            </a:r>
          </a:p>
        </p:txBody>
      </p:sp>
      <p:sp>
        <p:nvSpPr>
          <p:cNvPr id="10" name="Tekstvak 9">
            <a:extLst>
              <a:ext uri="{FF2B5EF4-FFF2-40B4-BE49-F238E27FC236}">
                <a16:creationId xmlns:a16="http://schemas.microsoft.com/office/drawing/2014/main" id="{08B19DF5-A998-5758-9992-08629CBF0ECF}"/>
              </a:ext>
            </a:extLst>
          </p:cNvPr>
          <p:cNvSpPr txBox="1"/>
          <p:nvPr/>
        </p:nvSpPr>
        <p:spPr>
          <a:xfrm>
            <a:off x="936171" y="5431653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nl-NL" b="1" dirty="0">
                <a:solidFill>
                  <a:srgbClr val="FFFFFF"/>
                </a:solidFill>
              </a:rPr>
              <a:t>Stakeholder sessies </a:t>
            </a:r>
            <a:r>
              <a:rPr lang="nl-NL" dirty="0">
                <a:solidFill>
                  <a:srgbClr val="FFFFFF"/>
                </a:solidFill>
              </a:rPr>
              <a:t>faciliteren het ‘(re)</a:t>
            </a:r>
            <a:r>
              <a:rPr lang="nl-NL" dirty="0" err="1">
                <a:solidFill>
                  <a:srgbClr val="FFFFFF"/>
                </a:solidFill>
              </a:rPr>
              <a:t>framen</a:t>
            </a:r>
            <a:r>
              <a:rPr lang="nl-NL" dirty="0">
                <a:solidFill>
                  <a:srgbClr val="FFFFFF"/>
                </a:solidFill>
              </a:rPr>
              <a:t>’ van het oorspronkelijke doel, verwachtingen en focus</a:t>
            </a:r>
          </a:p>
        </p:txBody>
      </p:sp>
    </p:spTree>
    <p:extLst>
      <p:ext uri="{BB962C8B-B14F-4D97-AF65-F5344CB8AC3E}">
        <p14:creationId xmlns:p14="http://schemas.microsoft.com/office/powerpoint/2010/main" val="16435984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000">
        <p:fade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  <p:bldP spid="8" grpId="0"/>
      <p:bldP spid="9" grpId="0"/>
      <p:bldP spid="10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Design sprints; Richtlijnen</a:t>
            </a:r>
          </a:p>
        </p:txBody>
      </p:sp>
      <p:sp>
        <p:nvSpPr>
          <p:cNvPr id="5" name="Tijdelijke aanduiding voor tekst 4"/>
          <p:cNvSpPr>
            <a:spLocks noGrp="1"/>
          </p:cNvSpPr>
          <p:nvPr>
            <p:ph type="body" sz="quarter" idx="11"/>
          </p:nvPr>
        </p:nvSpPr>
        <p:spPr>
          <a:xfrm>
            <a:off x="838201" y="1925638"/>
            <a:ext cx="4724400" cy="4248000"/>
          </a:xfrm>
        </p:spPr>
        <p:txBody>
          <a:bodyPr/>
          <a:lstStyle/>
          <a:p>
            <a:r>
              <a:rPr lang="nl-NL" dirty="0">
                <a:solidFill>
                  <a:schemeClr val="bg1">
                    <a:lumMod val="85000"/>
                  </a:schemeClr>
                </a:solidFill>
              </a:rPr>
              <a:t>Focus op inzichten, aannames, ontwerpbeslissingen of -eisen </a:t>
            </a:r>
            <a:r>
              <a:rPr lang="nl-NL" b="1" dirty="0"/>
              <a:t>in plaats van op de oplossing</a:t>
            </a:r>
          </a:p>
          <a:p>
            <a:endParaRPr lang="nl-NL" dirty="0">
              <a:solidFill>
                <a:schemeClr val="bg1">
                  <a:lumMod val="85000"/>
                </a:schemeClr>
              </a:solidFill>
            </a:endParaRPr>
          </a:p>
          <a:p>
            <a:r>
              <a:rPr lang="nl-NL" dirty="0">
                <a:solidFill>
                  <a:schemeClr val="bg1">
                    <a:lumMod val="85000"/>
                  </a:schemeClr>
                </a:solidFill>
              </a:rPr>
              <a:t>Raak niet te gehecht ….</a:t>
            </a:r>
            <a:br>
              <a:rPr lang="nl-NL" dirty="0">
                <a:solidFill>
                  <a:schemeClr val="bg1">
                    <a:lumMod val="85000"/>
                  </a:schemeClr>
                </a:solidFill>
              </a:rPr>
            </a:br>
            <a:r>
              <a:rPr lang="nl-NL" b="1" dirty="0" err="1"/>
              <a:t>kill</a:t>
            </a:r>
            <a:r>
              <a:rPr lang="nl-NL" b="1" dirty="0"/>
              <a:t> </a:t>
            </a:r>
            <a:r>
              <a:rPr lang="nl-NL" b="1" dirty="0" err="1"/>
              <a:t>your</a:t>
            </a:r>
            <a:r>
              <a:rPr lang="nl-NL" b="1" dirty="0"/>
              <a:t> </a:t>
            </a:r>
            <a:r>
              <a:rPr lang="nl-NL" b="1" dirty="0" err="1"/>
              <a:t>darlings</a:t>
            </a:r>
            <a:r>
              <a:rPr lang="nl-NL" b="1" dirty="0"/>
              <a:t>!</a:t>
            </a:r>
            <a:endParaRPr lang="nl-NL" dirty="0">
              <a:solidFill>
                <a:schemeClr val="bg1">
                  <a:lumMod val="85000"/>
                </a:schemeClr>
              </a:solidFill>
            </a:endParaRPr>
          </a:p>
          <a:p>
            <a:pPr marL="0" indent="0">
              <a:buNone/>
            </a:pPr>
            <a:endParaRPr lang="en-GB" dirty="0">
              <a:solidFill>
                <a:schemeClr val="bg1">
                  <a:lumMod val="85000"/>
                </a:schemeClr>
              </a:solidFill>
            </a:endParaRPr>
          </a:p>
          <a:p>
            <a:pPr marL="0" indent="0">
              <a:buNone/>
            </a:pPr>
            <a:endParaRPr lang="nl-NL" dirty="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2" name="Tijdelijke aanduiding voor dianummer 1">
            <a:extLst>
              <a:ext uri="{FF2B5EF4-FFF2-40B4-BE49-F238E27FC236}">
                <a16:creationId xmlns:a16="http://schemas.microsoft.com/office/drawing/2014/main" id="{3AEA70E5-9056-4FB9-9185-90B77679FE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CE7509-F60A-4509-9491-CD4ED7B54EDD}" type="slidenum">
              <a:rPr lang="nl-NL" smtClean="0"/>
              <a:pPr/>
              <a:t>9</a:t>
            </a:fld>
            <a:endParaRPr lang="nl-NL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A9EC314-C837-D34E-927A-22A64AFC3F9F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5596" r="13893"/>
          <a:stretch/>
        </p:blipFill>
        <p:spPr>
          <a:xfrm>
            <a:off x="5871883" y="0"/>
            <a:ext cx="6320117" cy="6926144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0DCDB874-162B-0046-9689-8178ED0347D2}"/>
              </a:ext>
            </a:extLst>
          </p:cNvPr>
          <p:cNvSpPr/>
          <p:nvPr/>
        </p:nvSpPr>
        <p:spPr>
          <a:xfrm>
            <a:off x="5838346" y="0"/>
            <a:ext cx="1141015" cy="6858000"/>
          </a:xfrm>
          <a:prstGeom prst="rect">
            <a:avLst/>
          </a:prstGeom>
          <a:gradFill>
            <a:gsLst>
              <a:gs pos="0">
                <a:schemeClr val="tx1"/>
              </a:gs>
              <a:gs pos="100000">
                <a:schemeClr val="tx1">
                  <a:alpha val="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9251916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000">
        <p:fade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Overdragen; wat?</a:t>
            </a:r>
          </a:p>
        </p:txBody>
      </p:sp>
      <p:sp>
        <p:nvSpPr>
          <p:cNvPr id="2" name="Tijdelijke aanduiding voor dianummer 1">
            <a:extLst>
              <a:ext uri="{FF2B5EF4-FFF2-40B4-BE49-F238E27FC236}">
                <a16:creationId xmlns:a16="http://schemas.microsoft.com/office/drawing/2014/main" id="{3AEA70E5-9056-4FB9-9185-90B77679FE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CE7509-F60A-4509-9491-CD4ED7B54EDD}" type="slidenum">
              <a:rPr lang="nl-NL" smtClean="0"/>
              <a:pPr/>
              <a:t>10</a:t>
            </a:fld>
            <a:endParaRPr lang="nl-NL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835F116-5EC2-F941-B0BD-EDFEE6FB8B36}"/>
              </a:ext>
            </a:extLst>
          </p:cNvPr>
          <p:cNvSpPr/>
          <p:nvPr/>
        </p:nvSpPr>
        <p:spPr>
          <a:xfrm>
            <a:off x="838200" y="1795272"/>
            <a:ext cx="8240129" cy="1633728"/>
          </a:xfrm>
          <a:solidFill>
            <a:srgbClr val="FFFFFF">
              <a:alpha val="14902"/>
            </a:srgbClr>
          </a:solidFill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16000" tIns="324000" rtlCol="0" anchor="ctr"/>
          <a:lstStyle/>
          <a:p>
            <a:r>
              <a:rPr lang="nl-NL" sz="2400" dirty="0"/>
              <a:t>Wat je overdraagt is eigenlijk het verhaal achter je ontwerpbeslissingen. Het legt uit WAAROM je bepaalde keuzes hebt gemaakt, niet alleen WAT je hebt gedaan.</a:t>
            </a:r>
            <a:endParaRPr lang="en-NL" sz="2400"/>
          </a:p>
        </p:txBody>
      </p:sp>
    </p:spTree>
    <p:extLst>
      <p:ext uri="{BB962C8B-B14F-4D97-AF65-F5344CB8AC3E}">
        <p14:creationId xmlns:p14="http://schemas.microsoft.com/office/powerpoint/2010/main" val="42297326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000">
        <p:fade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258480-107F-5F17-63BE-CE4D8B1AFF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3">
            <a:extLst>
              <a:ext uri="{FF2B5EF4-FFF2-40B4-BE49-F238E27FC236}">
                <a16:creationId xmlns:a16="http://schemas.microsoft.com/office/drawing/2014/main" id="{CE4CAB98-B01A-03D7-E4F8-F20FE712F3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Overdragen; waarom?</a:t>
            </a:r>
          </a:p>
        </p:txBody>
      </p:sp>
      <p:sp>
        <p:nvSpPr>
          <p:cNvPr id="5" name="Tijdelijke aanduiding voor tekst 4">
            <a:extLst>
              <a:ext uri="{FF2B5EF4-FFF2-40B4-BE49-F238E27FC236}">
                <a16:creationId xmlns:a16="http://schemas.microsoft.com/office/drawing/2014/main" id="{22DD75B2-FD85-9729-832B-9D8809E4FEB9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838200" y="1925637"/>
            <a:ext cx="6859385" cy="414948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nl-NL" dirty="0"/>
              <a:t>wat heb </a:t>
            </a:r>
            <a:r>
              <a:rPr lang="nl-NL" dirty="0">
                <a:solidFill>
                  <a:schemeClr val="tx2"/>
                </a:solidFill>
              </a:rPr>
              <a:t>jij</a:t>
            </a:r>
            <a:r>
              <a:rPr lang="nl-NL" dirty="0"/>
              <a:t> gedaan aan ontwerpactiviteit voor het geheel?</a:t>
            </a:r>
            <a:br>
              <a:rPr lang="nl-NL" dirty="0"/>
            </a:br>
            <a:r>
              <a:rPr lang="nl-NL" dirty="0">
                <a:solidFill>
                  <a:schemeClr val="tx2"/>
                </a:solidFill>
              </a:rPr>
              <a:t>hoe </a:t>
            </a:r>
            <a:r>
              <a:rPr lang="nl-NL" dirty="0"/>
              <a:t>heb</a:t>
            </a:r>
            <a:r>
              <a:rPr lang="nl-NL" dirty="0">
                <a:solidFill>
                  <a:schemeClr val="tx2"/>
                </a:solidFill>
              </a:rPr>
              <a:t> </a:t>
            </a:r>
            <a:r>
              <a:rPr lang="nl-NL" dirty="0"/>
              <a:t>je dat gedaan?</a:t>
            </a:r>
            <a:br>
              <a:rPr lang="nl-NL" dirty="0"/>
            </a:br>
            <a:r>
              <a:rPr lang="nl-NL" dirty="0">
                <a:solidFill>
                  <a:schemeClr val="tx2"/>
                </a:solidFill>
              </a:rPr>
              <a:t>waarom</a:t>
            </a:r>
            <a:r>
              <a:rPr lang="nl-NL" dirty="0"/>
              <a:t> heb je dat zo gedaan?</a:t>
            </a:r>
            <a:br>
              <a:rPr lang="nl-NL" dirty="0"/>
            </a:br>
            <a:r>
              <a:rPr lang="nl-NL" dirty="0"/>
              <a:t>welke </a:t>
            </a:r>
            <a:r>
              <a:rPr lang="nl-NL" dirty="0">
                <a:solidFill>
                  <a:schemeClr val="tx2"/>
                </a:solidFill>
              </a:rPr>
              <a:t>ontwerpkeuze(s) </a:t>
            </a:r>
            <a:r>
              <a:rPr lang="nl-NL" dirty="0"/>
              <a:t>heb je gemaakt? </a:t>
            </a:r>
            <a:br>
              <a:rPr lang="nl-NL" dirty="0"/>
            </a:br>
            <a:r>
              <a:rPr lang="nl-NL" dirty="0"/>
              <a:t>welke </a:t>
            </a:r>
            <a:r>
              <a:rPr lang="nl-NL" i="1" dirty="0">
                <a:solidFill>
                  <a:schemeClr val="tx2"/>
                </a:solidFill>
              </a:rPr>
              <a:t>geleerde lessen </a:t>
            </a:r>
            <a:r>
              <a:rPr lang="nl-NL" dirty="0"/>
              <a:t>haal jij hieruit?</a:t>
            </a:r>
          </a:p>
          <a:p>
            <a:pPr marL="0" indent="0">
              <a:buNone/>
            </a:pPr>
            <a:endParaRPr lang="nl-NL" dirty="0"/>
          </a:p>
          <a:p>
            <a:pPr marL="0" indent="0">
              <a:buNone/>
            </a:pPr>
            <a:r>
              <a:rPr lang="nl-NL" dirty="0"/>
              <a:t>maak gebruikte </a:t>
            </a:r>
            <a:r>
              <a:rPr lang="nl-NL" dirty="0">
                <a:solidFill>
                  <a:schemeClr val="tx2"/>
                </a:solidFill>
              </a:rPr>
              <a:t>bronnen</a:t>
            </a:r>
            <a:r>
              <a:rPr lang="nl-NL" dirty="0"/>
              <a:t> en </a:t>
            </a:r>
            <a:r>
              <a:rPr lang="nl-NL" dirty="0">
                <a:solidFill>
                  <a:schemeClr val="tx2"/>
                </a:solidFill>
              </a:rPr>
              <a:t>(deel)resultaten </a:t>
            </a:r>
            <a:r>
              <a:rPr lang="nl-NL" dirty="0"/>
              <a:t>inzichtelijk en navolgbaar.</a:t>
            </a:r>
          </a:p>
          <a:p>
            <a:pPr marL="0" indent="0">
              <a:buNone/>
            </a:pPr>
            <a:endParaRPr lang="nl-NL" dirty="0"/>
          </a:p>
        </p:txBody>
      </p:sp>
      <p:sp>
        <p:nvSpPr>
          <p:cNvPr id="2" name="Tijdelijke aanduiding voor dianummer 1">
            <a:extLst>
              <a:ext uri="{FF2B5EF4-FFF2-40B4-BE49-F238E27FC236}">
                <a16:creationId xmlns:a16="http://schemas.microsoft.com/office/drawing/2014/main" id="{A1924BB1-E405-F4F6-288C-C38B6EFF7A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CE7509-F60A-4509-9491-CD4ED7B54EDD}" type="slidenum">
              <a:rPr lang="nl-NL" smtClean="0"/>
              <a:pPr/>
              <a:t>11</a:t>
            </a:fld>
            <a:endParaRPr lang="nl-NL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4272A94-0D5C-89E9-C562-00528503B55B}"/>
              </a:ext>
            </a:extLst>
          </p:cNvPr>
          <p:cNvSpPr/>
          <p:nvPr/>
        </p:nvSpPr>
        <p:spPr>
          <a:xfrm>
            <a:off x="838200" y="4149634"/>
            <a:ext cx="8240129" cy="1633728"/>
          </a:xfrm>
          <a:solidFill>
            <a:srgbClr val="FFFFFF">
              <a:alpha val="14902"/>
            </a:srgbClr>
          </a:solidFill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16000" tIns="324000" rtlCol="0" anchor="ctr"/>
          <a:lstStyle/>
          <a:p>
            <a:endParaRPr lang="en-NL" sz="2400"/>
          </a:p>
        </p:txBody>
      </p:sp>
    </p:spTree>
    <p:extLst>
      <p:ext uri="{BB962C8B-B14F-4D97-AF65-F5344CB8AC3E}">
        <p14:creationId xmlns:p14="http://schemas.microsoft.com/office/powerpoint/2010/main" val="18543977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000">
        <p:fade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1EB7E4-AAE9-6A45-FDCE-7824E1797D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3">
            <a:extLst>
              <a:ext uri="{FF2B5EF4-FFF2-40B4-BE49-F238E27FC236}">
                <a16:creationId xmlns:a16="http://schemas.microsoft.com/office/drawing/2014/main" id="{B21F4F07-6C62-74E1-DDA2-8217F3614B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overdragen</a:t>
            </a:r>
          </a:p>
        </p:txBody>
      </p:sp>
      <p:sp>
        <p:nvSpPr>
          <p:cNvPr id="5" name="Tijdelijke aanduiding voor tekst 4">
            <a:extLst>
              <a:ext uri="{FF2B5EF4-FFF2-40B4-BE49-F238E27FC236}">
                <a16:creationId xmlns:a16="http://schemas.microsoft.com/office/drawing/2014/main" id="{E89F70E6-C1B2-BF62-72C1-65DCD62AAE30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838200" y="1925637"/>
            <a:ext cx="6859385" cy="4149486"/>
          </a:xfrm>
        </p:spPr>
        <p:txBody>
          <a:bodyPr>
            <a:normAutofit fontScale="92500"/>
          </a:bodyPr>
          <a:lstStyle/>
          <a:p>
            <a:r>
              <a:rPr lang="nl-NL" dirty="0"/>
              <a:t>De context van het probleem</a:t>
            </a:r>
          </a:p>
          <a:p>
            <a:r>
              <a:rPr lang="nl-NL" dirty="0"/>
              <a:t>De gebruikersbehoeften die je hebt geïdentificeerd </a:t>
            </a:r>
          </a:p>
          <a:p>
            <a:r>
              <a:rPr lang="nl-NL" dirty="0"/>
              <a:t>De uiteindelijke keuze en waarom deze het beste past</a:t>
            </a:r>
          </a:p>
          <a:p>
            <a:r>
              <a:rPr lang="nl-NL" dirty="0"/>
              <a:t>De criteria waarop je hebt besloten</a:t>
            </a:r>
          </a:p>
          <a:p>
            <a:r>
              <a:rPr lang="nl-NL" dirty="0"/>
              <a:t>De resultaten van gebruikersonderzoek die je keuzes ondersteunen</a:t>
            </a:r>
          </a:p>
          <a:p>
            <a:r>
              <a:rPr lang="nl-NL" dirty="0"/>
              <a:t>De overwogen alternatieven</a:t>
            </a:r>
          </a:p>
          <a:p>
            <a:r>
              <a:rPr lang="nl-NL" dirty="0"/>
              <a:t>De ontwerpprincipes die je hebt toegepast</a:t>
            </a:r>
          </a:p>
          <a:p>
            <a:r>
              <a:rPr lang="nl-NL" dirty="0"/>
              <a:t>Hoe je ontwerp inspeelt op de projectdoelstellingen</a:t>
            </a:r>
          </a:p>
          <a:p>
            <a:pPr marL="0" indent="0">
              <a:buNone/>
            </a:pPr>
            <a:endParaRPr lang="nl-NL" dirty="0"/>
          </a:p>
        </p:txBody>
      </p:sp>
      <p:sp>
        <p:nvSpPr>
          <p:cNvPr id="2" name="Tijdelijke aanduiding voor dianummer 1">
            <a:extLst>
              <a:ext uri="{FF2B5EF4-FFF2-40B4-BE49-F238E27FC236}">
                <a16:creationId xmlns:a16="http://schemas.microsoft.com/office/drawing/2014/main" id="{E5A8C77F-9BE0-E07A-6925-A52C69A628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CE7509-F60A-4509-9491-CD4ED7B54EDD}" type="slidenum">
              <a:rPr lang="nl-NL" smtClean="0"/>
              <a:pPr/>
              <a:t>12</a:t>
            </a:fld>
            <a:endParaRPr lang="nl-NL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7019017-61D8-F209-659D-8DABC96CD859}"/>
              </a:ext>
            </a:extLst>
          </p:cNvPr>
          <p:cNvSpPr/>
          <p:nvPr/>
        </p:nvSpPr>
        <p:spPr>
          <a:xfrm>
            <a:off x="838200" y="4149634"/>
            <a:ext cx="8240129" cy="1633728"/>
          </a:xfrm>
          <a:solidFill>
            <a:srgbClr val="FFFFFF">
              <a:alpha val="14902"/>
            </a:srgbClr>
          </a:solidFill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16000" tIns="324000" rtlCol="0" anchor="ctr"/>
          <a:lstStyle/>
          <a:p>
            <a:endParaRPr lang="en-NL" sz="2400"/>
          </a:p>
        </p:txBody>
      </p:sp>
    </p:spTree>
    <p:extLst>
      <p:ext uri="{BB962C8B-B14F-4D97-AF65-F5344CB8AC3E}">
        <p14:creationId xmlns:p14="http://schemas.microsoft.com/office/powerpoint/2010/main" val="14894105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000">
        <p:fade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79B52C64-7739-854C-85DB-68447160FF2E}"/>
              </a:ext>
            </a:extLst>
          </p:cNvPr>
          <p:cNvSpPr/>
          <p:nvPr/>
        </p:nvSpPr>
        <p:spPr>
          <a:xfrm>
            <a:off x="5160638" y="15059"/>
            <a:ext cx="1141015" cy="6827881"/>
          </a:xfrm>
          <a:prstGeom prst="rect">
            <a:avLst/>
          </a:prstGeom>
          <a:gradFill>
            <a:gsLst>
              <a:gs pos="0">
                <a:schemeClr val="tx1"/>
              </a:gs>
              <a:gs pos="100000">
                <a:schemeClr val="tx1">
                  <a:alpha val="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4" name="Titel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Design rationale</a:t>
            </a:r>
          </a:p>
        </p:txBody>
      </p:sp>
      <p:sp>
        <p:nvSpPr>
          <p:cNvPr id="2" name="Tijdelijke aanduiding voor dianummer 1">
            <a:extLst>
              <a:ext uri="{FF2B5EF4-FFF2-40B4-BE49-F238E27FC236}">
                <a16:creationId xmlns:a16="http://schemas.microsoft.com/office/drawing/2014/main" id="{3AEA70E5-9056-4FB9-9185-90B77679FE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CE7509-F60A-4509-9491-CD4ED7B54EDD}" type="slidenum">
              <a:rPr lang="nl-NL" smtClean="0"/>
              <a:pPr/>
              <a:t>13</a:t>
            </a:fld>
            <a:endParaRPr lang="nl-NL"/>
          </a:p>
        </p:txBody>
      </p:sp>
      <p:pic>
        <p:nvPicPr>
          <p:cNvPr id="11" name="Afbeelding 10" descr="Afbeelding met tekst, schermopname, diagram, ontwerp&#10;&#10;Door AI gegenereerde inhoud is mogelijk onjuist.">
            <a:hlinkClick r:id="rId3"/>
            <a:extLst>
              <a:ext uri="{FF2B5EF4-FFF2-40B4-BE49-F238E27FC236}">
                <a16:creationId xmlns:a16="http://schemas.microsoft.com/office/drawing/2014/main" id="{6E27B15F-F90C-F137-7FBD-CAD7AFE4917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37737" y="1757402"/>
            <a:ext cx="5186816" cy="45184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85137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000">
        <p:fade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F7B2DE-860D-BB81-468D-5FFC5C150C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3">
            <a:extLst>
              <a:ext uri="{FF2B5EF4-FFF2-40B4-BE49-F238E27FC236}">
                <a16:creationId xmlns:a16="http://schemas.microsoft.com/office/drawing/2014/main" id="{50185AB0-85CA-4812-3789-9C0AA3F2A9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Onderzoeksplan en Overdragen</a:t>
            </a:r>
          </a:p>
        </p:txBody>
      </p:sp>
      <p:sp>
        <p:nvSpPr>
          <p:cNvPr id="5" name="Tijdelijke aanduiding voor tekst 4">
            <a:extLst>
              <a:ext uri="{FF2B5EF4-FFF2-40B4-BE49-F238E27FC236}">
                <a16:creationId xmlns:a16="http://schemas.microsoft.com/office/drawing/2014/main" id="{AB5C6130-0A52-78FA-674C-BDC1A6B8CE6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838200" y="1925637"/>
            <a:ext cx="6859385" cy="4149486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endParaRPr lang="nl-NL" dirty="0">
              <a:effectLst/>
              <a:latin typeface="Symbol" pitchFamily="2" charset="2"/>
            </a:endParaRPr>
          </a:p>
          <a:p>
            <a:r>
              <a:rPr lang="nl-NL" dirty="0">
                <a:solidFill>
                  <a:schemeClr val="tx2"/>
                </a:solidFill>
                <a:effectLst/>
                <a:latin typeface="Symbol" pitchFamily="2" charset="2"/>
              </a:rPr>
              <a:t> </a:t>
            </a:r>
            <a:r>
              <a:rPr lang="nl-NL" dirty="0">
                <a:solidFill>
                  <a:schemeClr val="tx2"/>
                </a:solidFill>
                <a:effectLst/>
                <a:latin typeface="Calibri" panose="020F0502020204030204" pitchFamily="34" charset="0"/>
              </a:rPr>
              <a:t>Het overkoepelend doel en de centrale vraag/vragen van de opdracht. </a:t>
            </a:r>
          </a:p>
          <a:p>
            <a:r>
              <a:rPr lang="nl-NL" dirty="0">
                <a:solidFill>
                  <a:schemeClr val="tx2"/>
                </a:solidFill>
                <a:effectLst/>
                <a:latin typeface="Calibri" panose="020F0502020204030204" pitchFamily="34" charset="0"/>
              </a:rPr>
              <a:t>Jouw persoonlijke (ontwerp)vragen tijdens de verschillende fases/onderdelen van het ontwerpproces. </a:t>
            </a:r>
          </a:p>
          <a:p>
            <a:r>
              <a:rPr lang="nl-NL" dirty="0">
                <a:solidFill>
                  <a:schemeClr val="tx2"/>
                </a:solidFill>
                <a:effectLst/>
                <a:latin typeface="Calibri" panose="020F0502020204030204" pitchFamily="34" charset="0"/>
              </a:rPr>
              <a:t>Jouw methodische aanpak om deze vragen te beantwoorden, inclusief een verantwoording voor deze aanpak. </a:t>
            </a:r>
          </a:p>
          <a:p>
            <a:r>
              <a:rPr lang="nl-NL" dirty="0">
                <a:solidFill>
                  <a:schemeClr val="tx2"/>
                </a:solidFill>
                <a:effectLst/>
                <a:latin typeface="Calibri" panose="020F0502020204030204" pitchFamily="34" charset="0"/>
              </a:rPr>
              <a:t>De bronnen uit ‘bestaand werk’ die jij hebt gebruikt hebt bij de aanpak van je gehele ontwerp (denk aan Methodekaart). </a:t>
            </a:r>
            <a:br>
              <a:rPr lang="nl-NL" dirty="0">
                <a:effectLst/>
                <a:latin typeface="Calibri" panose="020F0502020204030204" pitchFamily="34" charset="0"/>
              </a:rPr>
            </a:br>
            <a:endParaRPr lang="nl-NL" dirty="0">
              <a:effectLst/>
              <a:latin typeface="Calibri" panose="020F0502020204030204" pitchFamily="34" charset="0"/>
            </a:endParaRPr>
          </a:p>
          <a:p>
            <a:r>
              <a:rPr lang="nl-NL" dirty="0">
                <a:effectLst/>
                <a:latin typeface="Calibri" panose="020F0502020204030204" pitchFamily="34" charset="0"/>
              </a:rPr>
              <a:t>De bronnen die je hebt gebruikt bij het voorbereiden en het uitvoeren van de ontwerpactiviteiten (denk hierbij aan theorie, principes, regels en technieken). </a:t>
            </a:r>
          </a:p>
          <a:p>
            <a:r>
              <a:rPr lang="nl-NL" dirty="0">
                <a:effectLst/>
                <a:latin typeface="Calibri" panose="020F0502020204030204" pitchFamily="34" charset="0"/>
              </a:rPr>
              <a:t>De (deel)resultaten van jouw ontwerpactiviteiten </a:t>
            </a:r>
          </a:p>
          <a:p>
            <a:r>
              <a:rPr lang="nl-NL" dirty="0">
                <a:effectLst/>
                <a:latin typeface="Calibri" panose="020F0502020204030204" pitchFamily="34" charset="0"/>
              </a:rPr>
              <a:t> De impact van deze (deel)resultaten op het geheel. </a:t>
            </a:r>
          </a:p>
          <a:p>
            <a:r>
              <a:rPr lang="nl-NL" dirty="0">
                <a:effectLst/>
                <a:latin typeface="Calibri" panose="020F0502020204030204" pitchFamily="34" charset="0"/>
              </a:rPr>
              <a:t>Jouw geleerde lessen gedurende het ontwerpproces (= reflectie </a:t>
            </a:r>
            <a:br>
              <a:rPr lang="nl-NL" dirty="0">
                <a:effectLst/>
                <a:latin typeface="Calibri" panose="020F0502020204030204" pitchFamily="34" charset="0"/>
              </a:rPr>
            </a:br>
            <a:r>
              <a:rPr lang="nl-NL" dirty="0">
                <a:effectLst/>
                <a:latin typeface="Calibri" panose="020F0502020204030204" pitchFamily="34" charset="0"/>
              </a:rPr>
              <a:t>jouw denken en handelen als ontwerper/ontwikkelaar binnen deze opdracht). </a:t>
            </a:r>
          </a:p>
          <a:p>
            <a:endParaRPr lang="nl-NL" dirty="0">
              <a:effectLst/>
              <a:latin typeface="Calibri" panose="020F0502020204030204" pitchFamily="34" charset="0"/>
            </a:endParaRPr>
          </a:p>
          <a:p>
            <a:pPr marL="0" indent="0">
              <a:buNone/>
            </a:pPr>
            <a:endParaRPr lang="nl-NL" dirty="0"/>
          </a:p>
        </p:txBody>
      </p:sp>
      <p:sp>
        <p:nvSpPr>
          <p:cNvPr id="2" name="Tijdelijke aanduiding voor dianummer 1">
            <a:extLst>
              <a:ext uri="{FF2B5EF4-FFF2-40B4-BE49-F238E27FC236}">
                <a16:creationId xmlns:a16="http://schemas.microsoft.com/office/drawing/2014/main" id="{04DA1A80-E671-3635-1BA8-1FFF1317A4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CE7509-F60A-4509-9491-CD4ED7B54EDD}" type="slidenum">
              <a:rPr lang="nl-NL" smtClean="0"/>
              <a:pPr/>
              <a:t>14</a:t>
            </a:fld>
            <a:endParaRPr lang="nl-NL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5A4C251-3D5E-F63F-F926-15982EF95167}"/>
              </a:ext>
            </a:extLst>
          </p:cNvPr>
          <p:cNvSpPr/>
          <p:nvPr/>
        </p:nvSpPr>
        <p:spPr>
          <a:xfrm>
            <a:off x="838200" y="4149634"/>
            <a:ext cx="8240129" cy="1633728"/>
          </a:xfrm>
          <a:solidFill>
            <a:srgbClr val="FFFFFF">
              <a:alpha val="14902"/>
            </a:srgbClr>
          </a:solidFill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16000" tIns="324000" rtlCol="0" anchor="ctr"/>
          <a:lstStyle/>
          <a:p>
            <a:endParaRPr lang="en-NL" sz="2400"/>
          </a:p>
        </p:txBody>
      </p:sp>
    </p:spTree>
    <p:extLst>
      <p:ext uri="{BB962C8B-B14F-4D97-AF65-F5344CB8AC3E}">
        <p14:creationId xmlns:p14="http://schemas.microsoft.com/office/powerpoint/2010/main" val="36126809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000">
        <p:fade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10722776-C4EF-618A-23D9-04CE5007D0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3">
            <a:extLst>
              <a:ext uri="{FF2B5EF4-FFF2-40B4-BE49-F238E27FC236}">
                <a16:creationId xmlns:a16="http://schemas.microsoft.com/office/drawing/2014/main" id="{B56959FE-2CF5-A5B3-8F45-DEE73D8661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Design rationale</a:t>
            </a:r>
          </a:p>
        </p:txBody>
      </p:sp>
      <p:sp>
        <p:nvSpPr>
          <p:cNvPr id="2" name="Tijdelijke aanduiding voor dianummer 1">
            <a:extLst>
              <a:ext uri="{FF2B5EF4-FFF2-40B4-BE49-F238E27FC236}">
                <a16:creationId xmlns:a16="http://schemas.microsoft.com/office/drawing/2014/main" id="{B5F36F66-FF9D-C122-0240-3497004250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CE7509-F60A-4509-9491-CD4ED7B54EDD}" type="slidenum">
              <a:rPr lang="nl-NL" smtClean="0"/>
              <a:pPr/>
              <a:t>15</a:t>
            </a:fld>
            <a:endParaRPr lang="nl-NL"/>
          </a:p>
        </p:txBody>
      </p:sp>
      <p:pic>
        <p:nvPicPr>
          <p:cNvPr id="6" name="Afbeelding 5">
            <a:extLst>
              <a:ext uri="{FF2B5EF4-FFF2-40B4-BE49-F238E27FC236}">
                <a16:creationId xmlns:a16="http://schemas.microsoft.com/office/drawing/2014/main" id="{C022280F-5939-14B0-8A09-16CB0EB9D78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1954019"/>
            <a:ext cx="8825564" cy="40710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61631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000">
        <p:fade/>
      </p:transition>
    </mc:Choice>
    <mc:Fallback xmlns=""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jdelijke aanduiding voor tekst 4"/>
          <p:cNvSpPr>
            <a:spLocks noGrp="1"/>
          </p:cNvSpPr>
          <p:nvPr>
            <p:ph type="body" sz="quarter" idx="11"/>
          </p:nvPr>
        </p:nvSpPr>
        <p:spPr>
          <a:xfrm>
            <a:off x="838199" y="2077049"/>
            <a:ext cx="9394371" cy="401624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nl-NL" b="1" dirty="0"/>
              <a:t>Het belangrijkste is dat je documentatie:</a:t>
            </a:r>
          </a:p>
          <a:p>
            <a:pPr marL="0" indent="0">
              <a:buNone/>
            </a:pPr>
            <a:endParaRPr lang="nl-NL" dirty="0"/>
          </a:p>
          <a:p>
            <a:pPr>
              <a:buFont typeface="Arial" panose="020B0604020202020204" pitchFamily="34" charset="0"/>
              <a:buChar char="•"/>
            </a:pPr>
            <a:r>
              <a:rPr lang="nl-NL" dirty="0"/>
              <a:t>Toegankelijk is voor nieuwe teamleden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nl-NL" dirty="0"/>
              <a:t>De context geeft van beslissingen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nl-NL" dirty="0"/>
              <a:t>Up-to-date blijft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nl-NL" dirty="0"/>
              <a:t>Gestructureerd is opgezet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nl-NL" dirty="0"/>
              <a:t>Zowel het WAT als het WAAROM behandelt</a:t>
            </a:r>
          </a:p>
          <a:p>
            <a:endParaRPr lang="en-GB" b="1" i="1" dirty="0"/>
          </a:p>
          <a:p>
            <a:pPr marL="0" indent="0">
              <a:buNone/>
            </a:pPr>
            <a:endParaRPr lang="nl-NL" dirty="0"/>
          </a:p>
        </p:txBody>
      </p:sp>
      <p:sp>
        <p:nvSpPr>
          <p:cNvPr id="2" name="Tijdelijke aanduiding voor dianummer 1">
            <a:extLst>
              <a:ext uri="{FF2B5EF4-FFF2-40B4-BE49-F238E27FC236}">
                <a16:creationId xmlns:a16="http://schemas.microsoft.com/office/drawing/2014/main" id="{3AEA70E5-9056-4FB9-9185-90B77679FE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CE7509-F60A-4509-9491-CD4ED7B54EDD}" type="slidenum">
              <a:rPr lang="nl-NL" smtClean="0"/>
              <a:pPr/>
              <a:t>16</a:t>
            </a:fld>
            <a:endParaRPr lang="nl-NL"/>
          </a:p>
        </p:txBody>
      </p:sp>
      <p:sp>
        <p:nvSpPr>
          <p:cNvPr id="11" name="Titel 3">
            <a:extLst>
              <a:ext uri="{FF2B5EF4-FFF2-40B4-BE49-F238E27FC236}">
                <a16:creationId xmlns:a16="http://schemas.microsoft.com/office/drawing/2014/main" id="{C8722A4A-5DE4-734B-0FE7-5D4F81055A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9"/>
            <a:ext cx="10515600" cy="1325563"/>
          </a:xfrm>
        </p:spPr>
        <p:txBody>
          <a:bodyPr/>
          <a:lstStyle/>
          <a:p>
            <a:r>
              <a:rPr lang="nl-NL" dirty="0"/>
              <a:t>overdraagbaarheid</a:t>
            </a:r>
          </a:p>
        </p:txBody>
      </p:sp>
    </p:spTree>
    <p:extLst>
      <p:ext uri="{BB962C8B-B14F-4D97-AF65-F5344CB8AC3E}">
        <p14:creationId xmlns:p14="http://schemas.microsoft.com/office/powerpoint/2010/main" val="42240101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000">
        <p:fade/>
      </p:transition>
    </mc:Choice>
    <mc:Fallback xmlns=""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Design rationale</a:t>
            </a:r>
          </a:p>
        </p:txBody>
      </p:sp>
      <p:sp>
        <p:nvSpPr>
          <p:cNvPr id="2" name="Tijdelijke aanduiding voor dianummer 1">
            <a:extLst>
              <a:ext uri="{FF2B5EF4-FFF2-40B4-BE49-F238E27FC236}">
                <a16:creationId xmlns:a16="http://schemas.microsoft.com/office/drawing/2014/main" id="{3AEA70E5-9056-4FB9-9185-90B77679FE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CE7509-F60A-4509-9491-CD4ED7B54EDD}" type="slidenum">
              <a:rPr lang="nl-NL" smtClean="0"/>
              <a:pPr/>
              <a:t>17</a:t>
            </a:fld>
            <a:endParaRPr lang="nl-NL"/>
          </a:p>
        </p:txBody>
      </p:sp>
      <p:pic>
        <p:nvPicPr>
          <p:cNvPr id="9" name="Graphic 8" descr="Play">
            <a:extLst>
              <a:ext uri="{FF2B5EF4-FFF2-40B4-BE49-F238E27FC236}">
                <a16:creationId xmlns:a16="http://schemas.microsoft.com/office/drawing/2014/main" id="{0984166F-529E-5142-95A5-D90AA6C2A34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16200000">
            <a:off x="5796512" y="5493955"/>
            <a:ext cx="170838" cy="170838"/>
          </a:xfrm>
          <a:prstGeom prst="rect">
            <a:avLst/>
          </a:prstGeom>
        </p:spPr>
      </p:pic>
      <p:sp>
        <p:nvSpPr>
          <p:cNvPr id="5" name="Tijdelijke aanduiding voor tekst 4">
            <a:extLst>
              <a:ext uri="{FF2B5EF4-FFF2-40B4-BE49-F238E27FC236}">
                <a16:creationId xmlns:a16="http://schemas.microsoft.com/office/drawing/2014/main" id="{93BD4756-ABA3-4E7E-A032-F06405F9088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nl-NL" dirty="0"/>
              <a:t>Voorbeelden:</a:t>
            </a:r>
            <a:br>
              <a:rPr lang="nl-NL" dirty="0"/>
            </a:br>
            <a:r>
              <a:rPr lang="nl-NL" dirty="0"/>
              <a:t>Daniël </a:t>
            </a:r>
            <a:r>
              <a:rPr lang="nl-NL" dirty="0" err="1"/>
              <a:t>Hardenbol</a:t>
            </a:r>
            <a:br>
              <a:rPr lang="nl-NL" dirty="0"/>
            </a:br>
            <a:r>
              <a:rPr lang="nl-NL" dirty="0"/>
              <a:t>Paula van </a:t>
            </a:r>
            <a:r>
              <a:rPr lang="nl-NL" dirty="0" err="1"/>
              <a:t>Wingen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17706555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000">
        <p:fade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Presentatie_Smal">
  <a:themeElements>
    <a:clrScheme name="HAN">
      <a:dk1>
        <a:sysClr val="windowText" lastClr="000000"/>
      </a:dk1>
      <a:lt1>
        <a:sysClr val="window" lastClr="FFFFFF"/>
      </a:lt1>
      <a:dk2>
        <a:srgbClr val="E50056"/>
      </a:dk2>
      <a:lt2>
        <a:srgbClr val="F8F8F8"/>
      </a:lt2>
      <a:accent1>
        <a:srgbClr val="000000"/>
      </a:accent1>
      <a:accent2>
        <a:srgbClr val="454545"/>
      </a:accent2>
      <a:accent3>
        <a:srgbClr val="757575"/>
      </a:accent3>
      <a:accent4>
        <a:srgbClr val="919191"/>
      </a:accent4>
      <a:accent5>
        <a:srgbClr val="E3E3E3"/>
      </a:accent5>
      <a:accent6>
        <a:srgbClr val="F8F8F8"/>
      </a:accent6>
      <a:hlink>
        <a:srgbClr val="000000"/>
      </a:hlink>
      <a:folHlink>
        <a:srgbClr val="000000"/>
      </a:folHlink>
    </a:clrScheme>
    <a:fontScheme name="HAN-PP">
      <a:majorFont>
        <a:latin typeface="Avenir Next Condensed Medium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reed_zwart_v6.potx" id="{1F997A45-343E-4A6B-ADEC-C058C3E77A8D}" vid="{7EA1E006-3964-46D9-97FF-2FB79178A60A}"/>
    </a:ext>
  </a:extLst>
</a:theme>
</file>

<file path=ppt/theme/theme2.xml><?xml version="1.0" encoding="utf-8"?>
<a:theme xmlns:a="http://schemas.openxmlformats.org/drawingml/2006/main" name="Kantoorthem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9759E4113104454ABBC055C443C6D04C" ma:contentTypeVersion="12" ma:contentTypeDescription="Een nieuw document maken." ma:contentTypeScope="" ma:versionID="8e972fd59e7063c34c850844c1d23f8c">
  <xsd:schema xmlns:xsd="http://www.w3.org/2001/XMLSchema" xmlns:xs="http://www.w3.org/2001/XMLSchema" xmlns:p="http://schemas.microsoft.com/office/2006/metadata/properties" xmlns:ns2="66956d0e-c60f-401e-8ac4-3a64ad162da4" xmlns:ns3="02196dac-b9a1-4c29-b4e1-0f9546ec8559" targetNamespace="http://schemas.microsoft.com/office/2006/metadata/properties" ma:root="true" ma:fieldsID="ee259f013b668841c1fd70a7a7118cad" ns2:_="" ns3:_="">
    <xsd:import namespace="66956d0e-c60f-401e-8ac4-3a64ad162da4"/>
    <xsd:import namespace="02196dac-b9a1-4c29-b4e1-0f9546ec8559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6956d0e-c60f-401e-8ac4-3a64ad162da4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6" nillable="true" ma:taxonomy="true" ma:internalName="lcf76f155ced4ddcb4097134ff3c332f" ma:taxonomyFieldName="MediaServiceImageTags" ma:displayName="Afbeeldingtags" ma:readOnly="false" ma:fieldId="{5cf76f15-5ced-4ddc-b409-7134ff3c332f}" ma:taxonomyMulti="true" ma:sspId="f6aa0a0a-ab1b-4084-9454-0fab04725976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19" nillable="true" ma:displayName="Location" ma:indexed="true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2196dac-b9a1-4c29-b4e1-0f9546ec8559" elementFormDefault="qualified">
    <xsd:import namespace="http://schemas.microsoft.com/office/2006/documentManagement/types"/>
    <xsd:import namespace="http://schemas.microsoft.com/office/infopath/2007/PartnerControls"/>
    <xsd:element name="TaxCatchAll" ma:index="17" nillable="true" ma:displayName="Taxonomy Catch All Column" ma:hidden="true" ma:list="{f0fad020-4409-44ba-bd10-d7b9034a4014}" ma:internalName="TaxCatchAll" ma:showField="CatchAllData" ma:web="02196dac-b9a1-4c29-b4e1-0f9546ec8559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oudstype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66956d0e-c60f-401e-8ac4-3a64ad162da4">
      <Terms xmlns="http://schemas.microsoft.com/office/infopath/2007/PartnerControls"/>
    </lcf76f155ced4ddcb4097134ff3c332f>
    <TaxCatchAll xmlns="02196dac-b9a1-4c29-b4e1-0f9546ec8559" xsi:nil="true"/>
  </documentManagement>
</p:properties>
</file>

<file path=customXml/itemProps1.xml><?xml version="1.0" encoding="utf-8"?>
<ds:datastoreItem xmlns:ds="http://schemas.openxmlformats.org/officeDocument/2006/customXml" ds:itemID="{35ECB616-10AD-4B84-86C9-183E1125CED7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66956d0e-c60f-401e-8ac4-3a64ad162da4"/>
    <ds:schemaRef ds:uri="02196dac-b9a1-4c29-b4e1-0f9546ec8559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6F17B8FA-7062-4F3E-AAA4-8EAA9AF149D4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7DA4DDBB-E91E-4A32-829C-1F7E38B43D45}">
  <ds:schemaRefs>
    <ds:schemaRef ds:uri="http://schemas.microsoft.com/office/infopath/2007/PartnerControls"/>
    <ds:schemaRef ds:uri="http://purl.org/dc/elements/1.1/"/>
    <ds:schemaRef ds:uri="http://schemas.microsoft.com/office/2006/metadata/properties"/>
    <ds:schemaRef ds:uri="http://purl.org/dc/terms/"/>
    <ds:schemaRef ds:uri="150a7c4c-1d5f-4c18-acb0-84679d476609"/>
    <ds:schemaRef ds:uri="http://schemas.microsoft.com/office/2006/documentManagement/types"/>
    <ds:schemaRef ds:uri="http://purl.org/dc/dcmitype/"/>
    <ds:schemaRef ds:uri="http://schemas.openxmlformats.org/package/2006/metadata/core-properties"/>
    <ds:schemaRef ds:uri="http://www.w3.org/XML/1998/namespace"/>
    <ds:schemaRef ds:uri="66956d0e-c60f-401e-8ac4-3a64ad162da4"/>
    <ds:schemaRef ds:uri="02196dac-b9a1-4c29-b4e1-0f9546ec8559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breed_zwart_v7 11-202 (4)</Template>
  <TotalTime>11487</TotalTime>
  <Words>572</Words>
  <Application>Microsoft Office PowerPoint</Application>
  <PresentationFormat>Widescreen</PresentationFormat>
  <Paragraphs>93</Paragraphs>
  <Slides>17</Slides>
  <Notes>13</Notes>
  <HiddenSlides>3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18" baseType="lpstr">
      <vt:lpstr>Presentatie_Smal</vt:lpstr>
      <vt:lpstr>PowerPoint Presentation</vt:lpstr>
      <vt:lpstr>PowerPoint Presentation</vt:lpstr>
      <vt:lpstr>PowerPoint Presentation</vt:lpstr>
      <vt:lpstr>PowerPoint Presentation</vt:lpstr>
      <vt:lpstr>Aanpak: Lineair  versus Agile</vt:lpstr>
      <vt:lpstr>Design sprints; waarom? </vt:lpstr>
      <vt:lpstr>Design Sprints; waarom?</vt:lpstr>
      <vt:lpstr>Design Sprints; hoe?</vt:lpstr>
      <vt:lpstr>Design sprints; Richtlijnen</vt:lpstr>
      <vt:lpstr>Overdragen; wat?</vt:lpstr>
      <vt:lpstr>Overdragen; waarom?</vt:lpstr>
      <vt:lpstr>overdragen</vt:lpstr>
      <vt:lpstr>Design rationale</vt:lpstr>
      <vt:lpstr>Onderzoeksplan en Overdragen</vt:lpstr>
      <vt:lpstr>Design rationale</vt:lpstr>
      <vt:lpstr>overdraagbaarheid</vt:lpstr>
      <vt:lpstr>Design rationale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PowerPoint-presentatie</dc:title>
  <dc:creator>Zita Leite Ribeiro</dc:creator>
  <cp:lastModifiedBy>Ger de Vries</cp:lastModifiedBy>
  <cp:revision>10</cp:revision>
  <dcterms:created xsi:type="dcterms:W3CDTF">2021-11-08T18:30:16Z</dcterms:created>
  <dcterms:modified xsi:type="dcterms:W3CDTF">2026-03-19T13:34:57Z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0x0101009759E4113104454ABBC055C443C6D04C</vt:lpwstr>
  </property>
  <property fmtid="{D5CDD505-2E9C-101B-9397-08002B2CF9AE}" pid="3" name="MediaServiceImageTags">
    <vt:lpwstr/>
  </property>
  <property fmtid="{D5CDD505-2E9C-101B-9397-08002B2CF9AE}" pid="4" name="xd_ProgID">
    <vt:lpwstr/>
  </property>
  <property fmtid="{D5CDD505-2E9C-101B-9397-08002B2CF9AE}" pid="5" name="ComplianceAssetId">
    <vt:lpwstr/>
  </property>
  <property fmtid="{D5CDD505-2E9C-101B-9397-08002B2CF9AE}" pid="6" name="TemplateUrl">
    <vt:lpwstr/>
  </property>
  <property fmtid="{D5CDD505-2E9C-101B-9397-08002B2CF9AE}" pid="7" name="_ExtendedDescription">
    <vt:lpwstr/>
  </property>
  <property fmtid="{D5CDD505-2E9C-101B-9397-08002B2CF9AE}" pid="8" name="TriggerFlowInfo">
    <vt:lpwstr/>
  </property>
  <property fmtid="{D5CDD505-2E9C-101B-9397-08002B2CF9AE}" pid="9" name="xd_Signature">
    <vt:bool>false</vt:bool>
  </property>
</Properties>
</file>